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7" r:id="rId5"/>
    <p:sldId id="256" r:id="rId6"/>
    <p:sldId id="267" r:id="rId7"/>
    <p:sldId id="260" r:id="rId8"/>
    <p:sldId id="479" r:id="rId9"/>
    <p:sldId id="262" r:id="rId10"/>
    <p:sldId id="264" r:id="rId11"/>
    <p:sldId id="268" r:id="rId12"/>
    <p:sldId id="258" r:id="rId13"/>
    <p:sldId id="477"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4529C526-47B5-9543-866C-68BB257B172B}">
          <p14:sldIdLst>
            <p14:sldId id="257"/>
          </p14:sldIdLst>
        </p14:section>
        <p14:section name="Working in a team" id="{FDC30B1B-9439-A34E-A69F-9F4EBEBFCFDD}">
          <p14:sldIdLst>
            <p14:sldId id="256"/>
            <p14:sldId id="267"/>
            <p14:sldId id="260"/>
            <p14:sldId id="479"/>
            <p14:sldId id="262"/>
            <p14:sldId id="264"/>
            <p14:sldId id="268"/>
            <p14:sldId id="258"/>
          </p14:sldIdLst>
        </p14:section>
        <p14:section name="Resources" id="{479D7EC2-AAF7-6144-A286-9E443E27B1F7}">
          <p14:sldIdLst>
            <p14:sldId id="477"/>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A836"/>
    <a:srgbClr val="E62645"/>
    <a:srgbClr val="4085C6"/>
    <a:srgbClr val="5A32C3"/>
    <a:srgbClr val="FF0000"/>
    <a:srgbClr val="D7D1CC"/>
    <a:srgbClr val="51247A"/>
    <a:srgbClr val="962A8B"/>
    <a:srgbClr val="D9AC6D"/>
    <a:srgbClr val="EB60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40" autoAdjust="0"/>
    <p:restoredTop sz="46176" autoAdjust="0"/>
  </p:normalViewPr>
  <p:slideViewPr>
    <p:cSldViewPr showGuides="1">
      <p:cViewPr varScale="1">
        <p:scale>
          <a:sx n="51" d="100"/>
          <a:sy n="51" d="100"/>
        </p:scale>
        <p:origin x="2280" y="200"/>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4194"/>
    </p:cViewPr>
  </p:sorter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0C354A-03F1-D04F-AD73-1953FB97240C}" type="doc">
      <dgm:prSet loTypeId="urn:microsoft.com/office/officeart/2005/8/layout/chevron1" loCatId="" qsTypeId="urn:microsoft.com/office/officeart/2005/8/quickstyle/simple1" qsCatId="simple" csTypeId="urn:microsoft.com/office/officeart/2005/8/colors/accent1_3" csCatId="accent1" phldr="1"/>
      <dgm:spPr/>
    </dgm:pt>
    <dgm:pt modelId="{B18CAF13-08B2-EF4A-8ACA-0E621BC843D6}">
      <dgm:prSet phldrT="[Text]"/>
      <dgm:spPr/>
      <dgm:t>
        <a:bodyPr/>
        <a:lstStyle/>
        <a:p>
          <a:r>
            <a:rPr lang="en-GB" dirty="0"/>
            <a:t>Forming</a:t>
          </a:r>
        </a:p>
      </dgm:t>
    </dgm:pt>
    <dgm:pt modelId="{52520489-7958-5C4F-BF31-20F2E8B77E16}" type="parTrans" cxnId="{A70432E8-1CE4-0C47-982C-5B23AE90C6E5}">
      <dgm:prSet/>
      <dgm:spPr/>
      <dgm:t>
        <a:bodyPr/>
        <a:lstStyle/>
        <a:p>
          <a:endParaRPr lang="en-GB"/>
        </a:p>
      </dgm:t>
    </dgm:pt>
    <dgm:pt modelId="{5FB410CA-14B6-DE4F-A6F5-D0B2957D1A5A}" type="sibTrans" cxnId="{A70432E8-1CE4-0C47-982C-5B23AE90C6E5}">
      <dgm:prSet/>
      <dgm:spPr/>
      <dgm:t>
        <a:bodyPr/>
        <a:lstStyle/>
        <a:p>
          <a:endParaRPr lang="en-GB"/>
        </a:p>
      </dgm:t>
    </dgm:pt>
    <dgm:pt modelId="{515C493F-DE36-2549-8D62-A4F66EBB4DA0}">
      <dgm:prSet phldrT="[Text]"/>
      <dgm:spPr/>
      <dgm:t>
        <a:bodyPr/>
        <a:lstStyle/>
        <a:p>
          <a:r>
            <a:rPr lang="en-GB" dirty="0"/>
            <a:t>Storming</a:t>
          </a:r>
        </a:p>
      </dgm:t>
    </dgm:pt>
    <dgm:pt modelId="{0FDE3281-94B8-F34A-9FFC-05566AF95908}" type="parTrans" cxnId="{03C247E9-D890-7241-87B0-4CA66EB2CD4A}">
      <dgm:prSet/>
      <dgm:spPr/>
      <dgm:t>
        <a:bodyPr/>
        <a:lstStyle/>
        <a:p>
          <a:endParaRPr lang="en-GB"/>
        </a:p>
      </dgm:t>
    </dgm:pt>
    <dgm:pt modelId="{950176E1-75A9-A14B-BB23-1D510E394F1A}" type="sibTrans" cxnId="{03C247E9-D890-7241-87B0-4CA66EB2CD4A}">
      <dgm:prSet/>
      <dgm:spPr/>
      <dgm:t>
        <a:bodyPr/>
        <a:lstStyle/>
        <a:p>
          <a:endParaRPr lang="en-GB"/>
        </a:p>
      </dgm:t>
    </dgm:pt>
    <dgm:pt modelId="{23526BAC-4DB9-1247-BAA3-AC34D4DA5F8D}">
      <dgm:prSet phldrT="[Text]"/>
      <dgm:spPr/>
      <dgm:t>
        <a:bodyPr/>
        <a:lstStyle/>
        <a:p>
          <a:r>
            <a:rPr lang="en-GB" dirty="0"/>
            <a:t>Norming</a:t>
          </a:r>
        </a:p>
      </dgm:t>
    </dgm:pt>
    <dgm:pt modelId="{69926A38-2F12-DD4F-9EDC-0DFEB84B3895}" type="parTrans" cxnId="{B31A7D9A-2630-DE46-93B8-93391A447FCF}">
      <dgm:prSet/>
      <dgm:spPr/>
      <dgm:t>
        <a:bodyPr/>
        <a:lstStyle/>
        <a:p>
          <a:endParaRPr lang="en-GB"/>
        </a:p>
      </dgm:t>
    </dgm:pt>
    <dgm:pt modelId="{8D6450AD-246A-E34C-9842-4B1307BDB7F0}" type="sibTrans" cxnId="{B31A7D9A-2630-DE46-93B8-93391A447FCF}">
      <dgm:prSet/>
      <dgm:spPr/>
      <dgm:t>
        <a:bodyPr/>
        <a:lstStyle/>
        <a:p>
          <a:endParaRPr lang="en-GB"/>
        </a:p>
      </dgm:t>
    </dgm:pt>
    <dgm:pt modelId="{8A4607BA-07A3-274D-A3F7-2FF64C1F6741}">
      <dgm:prSet phldrT="[Text]"/>
      <dgm:spPr/>
      <dgm:t>
        <a:bodyPr/>
        <a:lstStyle/>
        <a:p>
          <a:r>
            <a:rPr lang="en-GB" dirty="0"/>
            <a:t>Performing</a:t>
          </a:r>
        </a:p>
      </dgm:t>
    </dgm:pt>
    <dgm:pt modelId="{CCDF3EAC-C6ED-974B-BA53-EA8ED5F60E08}" type="parTrans" cxnId="{05F25963-18DF-A34B-BAC7-9A639DD7DE09}">
      <dgm:prSet/>
      <dgm:spPr/>
      <dgm:t>
        <a:bodyPr/>
        <a:lstStyle/>
        <a:p>
          <a:endParaRPr lang="en-GB"/>
        </a:p>
      </dgm:t>
    </dgm:pt>
    <dgm:pt modelId="{B4121C28-FD9F-1248-AC60-A4B63E8A34D1}" type="sibTrans" cxnId="{05F25963-18DF-A34B-BAC7-9A639DD7DE09}">
      <dgm:prSet/>
      <dgm:spPr/>
      <dgm:t>
        <a:bodyPr/>
        <a:lstStyle/>
        <a:p>
          <a:endParaRPr lang="en-GB"/>
        </a:p>
      </dgm:t>
    </dgm:pt>
    <dgm:pt modelId="{A4662ACF-4C00-9248-9E14-78310A7A8E5E}" type="pres">
      <dgm:prSet presAssocID="{EE0C354A-03F1-D04F-AD73-1953FB97240C}" presName="Name0" presStyleCnt="0">
        <dgm:presLayoutVars>
          <dgm:dir/>
          <dgm:animLvl val="lvl"/>
          <dgm:resizeHandles val="exact"/>
        </dgm:presLayoutVars>
      </dgm:prSet>
      <dgm:spPr/>
    </dgm:pt>
    <dgm:pt modelId="{2EDDDF26-2595-A34E-B336-CF4BFF612C42}" type="pres">
      <dgm:prSet presAssocID="{B18CAF13-08B2-EF4A-8ACA-0E621BC843D6}" presName="parTxOnly" presStyleLbl="node1" presStyleIdx="0" presStyleCnt="4">
        <dgm:presLayoutVars>
          <dgm:chMax val="0"/>
          <dgm:chPref val="0"/>
          <dgm:bulletEnabled val="1"/>
        </dgm:presLayoutVars>
      </dgm:prSet>
      <dgm:spPr/>
    </dgm:pt>
    <dgm:pt modelId="{A61E8E85-B4A8-2A4F-91C8-654344CBDEFF}" type="pres">
      <dgm:prSet presAssocID="{5FB410CA-14B6-DE4F-A6F5-D0B2957D1A5A}" presName="parTxOnlySpace" presStyleCnt="0"/>
      <dgm:spPr/>
    </dgm:pt>
    <dgm:pt modelId="{6CA87585-99C5-B64D-A35E-887ED9E9DCDA}" type="pres">
      <dgm:prSet presAssocID="{515C493F-DE36-2549-8D62-A4F66EBB4DA0}" presName="parTxOnly" presStyleLbl="node1" presStyleIdx="1" presStyleCnt="4">
        <dgm:presLayoutVars>
          <dgm:chMax val="0"/>
          <dgm:chPref val="0"/>
          <dgm:bulletEnabled val="1"/>
        </dgm:presLayoutVars>
      </dgm:prSet>
      <dgm:spPr/>
    </dgm:pt>
    <dgm:pt modelId="{3E0F6459-2468-774D-B08B-A4393F791364}" type="pres">
      <dgm:prSet presAssocID="{950176E1-75A9-A14B-BB23-1D510E394F1A}" presName="parTxOnlySpace" presStyleCnt="0"/>
      <dgm:spPr/>
    </dgm:pt>
    <dgm:pt modelId="{18B034F2-C6C7-0041-866B-8267E011C460}" type="pres">
      <dgm:prSet presAssocID="{23526BAC-4DB9-1247-BAA3-AC34D4DA5F8D}" presName="parTxOnly" presStyleLbl="node1" presStyleIdx="2" presStyleCnt="4">
        <dgm:presLayoutVars>
          <dgm:chMax val="0"/>
          <dgm:chPref val="0"/>
          <dgm:bulletEnabled val="1"/>
        </dgm:presLayoutVars>
      </dgm:prSet>
      <dgm:spPr/>
    </dgm:pt>
    <dgm:pt modelId="{12344358-741F-6544-81CA-1682F092FBA0}" type="pres">
      <dgm:prSet presAssocID="{8D6450AD-246A-E34C-9842-4B1307BDB7F0}" presName="parTxOnlySpace" presStyleCnt="0"/>
      <dgm:spPr/>
    </dgm:pt>
    <dgm:pt modelId="{4FB48B75-4C26-874B-A38F-0B7E2B73CE0A}" type="pres">
      <dgm:prSet presAssocID="{8A4607BA-07A3-274D-A3F7-2FF64C1F6741}" presName="parTxOnly" presStyleLbl="node1" presStyleIdx="3" presStyleCnt="4">
        <dgm:presLayoutVars>
          <dgm:chMax val="0"/>
          <dgm:chPref val="0"/>
          <dgm:bulletEnabled val="1"/>
        </dgm:presLayoutVars>
      </dgm:prSet>
      <dgm:spPr/>
    </dgm:pt>
  </dgm:ptLst>
  <dgm:cxnLst>
    <dgm:cxn modelId="{EAE93C04-6AAE-4B4A-8277-83927161BB50}" type="presOf" srcId="{EE0C354A-03F1-D04F-AD73-1953FB97240C}" destId="{A4662ACF-4C00-9248-9E14-78310A7A8E5E}" srcOrd="0" destOrd="0" presId="urn:microsoft.com/office/officeart/2005/8/layout/chevron1"/>
    <dgm:cxn modelId="{7E656214-5EDD-8E4F-83F7-75EDE690CA82}" type="presOf" srcId="{23526BAC-4DB9-1247-BAA3-AC34D4DA5F8D}" destId="{18B034F2-C6C7-0041-866B-8267E011C460}" srcOrd="0" destOrd="0" presId="urn:microsoft.com/office/officeart/2005/8/layout/chevron1"/>
    <dgm:cxn modelId="{8ACE5F39-2382-3C49-8FC6-6F032878589A}" type="presOf" srcId="{8A4607BA-07A3-274D-A3F7-2FF64C1F6741}" destId="{4FB48B75-4C26-874B-A38F-0B7E2B73CE0A}" srcOrd="0" destOrd="0" presId="urn:microsoft.com/office/officeart/2005/8/layout/chevron1"/>
    <dgm:cxn modelId="{05F25963-18DF-A34B-BAC7-9A639DD7DE09}" srcId="{EE0C354A-03F1-D04F-AD73-1953FB97240C}" destId="{8A4607BA-07A3-274D-A3F7-2FF64C1F6741}" srcOrd="3" destOrd="0" parTransId="{CCDF3EAC-C6ED-974B-BA53-EA8ED5F60E08}" sibTransId="{B4121C28-FD9F-1248-AC60-A4B63E8A34D1}"/>
    <dgm:cxn modelId="{B31A7D9A-2630-DE46-93B8-93391A447FCF}" srcId="{EE0C354A-03F1-D04F-AD73-1953FB97240C}" destId="{23526BAC-4DB9-1247-BAA3-AC34D4DA5F8D}" srcOrd="2" destOrd="0" parTransId="{69926A38-2F12-DD4F-9EDC-0DFEB84B3895}" sibTransId="{8D6450AD-246A-E34C-9842-4B1307BDB7F0}"/>
    <dgm:cxn modelId="{5FF82D9C-EE8E-B14A-B030-2A5B7C588679}" type="presOf" srcId="{515C493F-DE36-2549-8D62-A4F66EBB4DA0}" destId="{6CA87585-99C5-B64D-A35E-887ED9E9DCDA}" srcOrd="0" destOrd="0" presId="urn:microsoft.com/office/officeart/2005/8/layout/chevron1"/>
    <dgm:cxn modelId="{A70432E8-1CE4-0C47-982C-5B23AE90C6E5}" srcId="{EE0C354A-03F1-D04F-AD73-1953FB97240C}" destId="{B18CAF13-08B2-EF4A-8ACA-0E621BC843D6}" srcOrd="0" destOrd="0" parTransId="{52520489-7958-5C4F-BF31-20F2E8B77E16}" sibTransId="{5FB410CA-14B6-DE4F-A6F5-D0B2957D1A5A}"/>
    <dgm:cxn modelId="{03C247E9-D890-7241-87B0-4CA66EB2CD4A}" srcId="{EE0C354A-03F1-D04F-AD73-1953FB97240C}" destId="{515C493F-DE36-2549-8D62-A4F66EBB4DA0}" srcOrd="1" destOrd="0" parTransId="{0FDE3281-94B8-F34A-9FFC-05566AF95908}" sibTransId="{950176E1-75A9-A14B-BB23-1D510E394F1A}"/>
    <dgm:cxn modelId="{EFB8AFEC-A189-964E-A8E1-AF6C0EBABFA1}" type="presOf" srcId="{B18CAF13-08B2-EF4A-8ACA-0E621BC843D6}" destId="{2EDDDF26-2595-A34E-B336-CF4BFF612C42}" srcOrd="0" destOrd="0" presId="urn:microsoft.com/office/officeart/2005/8/layout/chevron1"/>
    <dgm:cxn modelId="{AB347B48-13A3-5B46-9F7B-B2A83E4907AD}" type="presParOf" srcId="{A4662ACF-4C00-9248-9E14-78310A7A8E5E}" destId="{2EDDDF26-2595-A34E-B336-CF4BFF612C42}" srcOrd="0" destOrd="0" presId="urn:microsoft.com/office/officeart/2005/8/layout/chevron1"/>
    <dgm:cxn modelId="{CB210BF1-B099-E646-88BB-1F273F340A28}" type="presParOf" srcId="{A4662ACF-4C00-9248-9E14-78310A7A8E5E}" destId="{A61E8E85-B4A8-2A4F-91C8-654344CBDEFF}" srcOrd="1" destOrd="0" presId="urn:microsoft.com/office/officeart/2005/8/layout/chevron1"/>
    <dgm:cxn modelId="{F8A27A35-95D6-BB42-B031-D50036D91F3E}" type="presParOf" srcId="{A4662ACF-4C00-9248-9E14-78310A7A8E5E}" destId="{6CA87585-99C5-B64D-A35E-887ED9E9DCDA}" srcOrd="2" destOrd="0" presId="urn:microsoft.com/office/officeart/2005/8/layout/chevron1"/>
    <dgm:cxn modelId="{211298CE-21FE-F748-B5C6-3B8A21EC80F0}" type="presParOf" srcId="{A4662ACF-4C00-9248-9E14-78310A7A8E5E}" destId="{3E0F6459-2468-774D-B08B-A4393F791364}" srcOrd="3" destOrd="0" presId="urn:microsoft.com/office/officeart/2005/8/layout/chevron1"/>
    <dgm:cxn modelId="{ACB22384-ADAB-CE49-AAC1-250F80241017}" type="presParOf" srcId="{A4662ACF-4C00-9248-9E14-78310A7A8E5E}" destId="{18B034F2-C6C7-0041-866B-8267E011C460}" srcOrd="4" destOrd="0" presId="urn:microsoft.com/office/officeart/2005/8/layout/chevron1"/>
    <dgm:cxn modelId="{C35CF3BF-C897-7C41-9409-F28E3F4FB043}" type="presParOf" srcId="{A4662ACF-4C00-9248-9E14-78310A7A8E5E}" destId="{12344358-741F-6544-81CA-1682F092FBA0}" srcOrd="5" destOrd="0" presId="urn:microsoft.com/office/officeart/2005/8/layout/chevron1"/>
    <dgm:cxn modelId="{8F4500EE-B643-6444-A928-0DA55BCFC635}" type="presParOf" srcId="{A4662ACF-4C00-9248-9E14-78310A7A8E5E}" destId="{4FB48B75-4C26-874B-A38F-0B7E2B73CE0A}"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DDDF26-2595-A34E-B336-CF4BFF612C42}">
      <dsp:nvSpPr>
        <dsp:cNvPr id="0" name=""/>
        <dsp:cNvSpPr/>
      </dsp:nvSpPr>
      <dsp:spPr>
        <a:xfrm>
          <a:off x="5210" y="556011"/>
          <a:ext cx="3033169" cy="1213267"/>
        </a:xfrm>
        <a:prstGeom prst="chevron">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dirty="0"/>
            <a:t>Forming</a:t>
          </a:r>
        </a:p>
      </dsp:txBody>
      <dsp:txXfrm>
        <a:off x="611844" y="556011"/>
        <a:ext cx="1819902" cy="1213267"/>
      </dsp:txXfrm>
    </dsp:sp>
    <dsp:sp modelId="{6CA87585-99C5-B64D-A35E-887ED9E9DCDA}">
      <dsp:nvSpPr>
        <dsp:cNvPr id="0" name=""/>
        <dsp:cNvSpPr/>
      </dsp:nvSpPr>
      <dsp:spPr>
        <a:xfrm>
          <a:off x="2735063" y="556011"/>
          <a:ext cx="3033169" cy="1213267"/>
        </a:xfrm>
        <a:prstGeom prst="chevron">
          <a:avLst/>
        </a:prstGeom>
        <a:solidFill>
          <a:schemeClr val="accent1">
            <a:shade val="80000"/>
            <a:hueOff val="-161895"/>
            <a:satOff val="-13933"/>
            <a:lumOff val="121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dirty="0"/>
            <a:t>Storming</a:t>
          </a:r>
        </a:p>
      </dsp:txBody>
      <dsp:txXfrm>
        <a:off x="3341697" y="556011"/>
        <a:ext cx="1819902" cy="1213267"/>
      </dsp:txXfrm>
    </dsp:sp>
    <dsp:sp modelId="{18B034F2-C6C7-0041-866B-8267E011C460}">
      <dsp:nvSpPr>
        <dsp:cNvPr id="0" name=""/>
        <dsp:cNvSpPr/>
      </dsp:nvSpPr>
      <dsp:spPr>
        <a:xfrm>
          <a:off x="5464916" y="556011"/>
          <a:ext cx="3033169" cy="1213267"/>
        </a:xfrm>
        <a:prstGeom prst="chevron">
          <a:avLst/>
        </a:prstGeom>
        <a:solidFill>
          <a:schemeClr val="accent1">
            <a:shade val="80000"/>
            <a:hueOff val="-323789"/>
            <a:satOff val="-27867"/>
            <a:lumOff val="243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dirty="0"/>
            <a:t>Norming</a:t>
          </a:r>
        </a:p>
      </dsp:txBody>
      <dsp:txXfrm>
        <a:off x="6071550" y="556011"/>
        <a:ext cx="1819902" cy="1213267"/>
      </dsp:txXfrm>
    </dsp:sp>
    <dsp:sp modelId="{4FB48B75-4C26-874B-A38F-0B7E2B73CE0A}">
      <dsp:nvSpPr>
        <dsp:cNvPr id="0" name=""/>
        <dsp:cNvSpPr/>
      </dsp:nvSpPr>
      <dsp:spPr>
        <a:xfrm>
          <a:off x="8194769" y="556011"/>
          <a:ext cx="3033169" cy="1213267"/>
        </a:xfrm>
        <a:prstGeom prst="chevron">
          <a:avLst/>
        </a:prstGeom>
        <a:solidFill>
          <a:schemeClr val="accent1">
            <a:shade val="80000"/>
            <a:hueOff val="-485684"/>
            <a:satOff val="-41800"/>
            <a:lumOff val="365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GB" sz="2600" kern="1200" dirty="0"/>
            <a:t>Performing</a:t>
          </a:r>
        </a:p>
      </dsp:txBody>
      <dsp:txXfrm>
        <a:off x="8801403" y="556011"/>
        <a:ext cx="1819902" cy="121326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17/06/2026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17/06/2026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Working well with others is one of the most useful skills you can build at university, and is something employers really value. Throughout this task you will build your</a:t>
            </a:r>
          </a:p>
          <a:p>
            <a:pPr marL="171450" indent="-171450">
              <a:buFont typeface="Arial" panose="020B0604020202020204" pitchFamily="34" charset="0"/>
              <a:buChar char="•"/>
            </a:pPr>
            <a:r>
              <a:rPr lang="en-US" dirty="0"/>
              <a:t>Teamwork skills: working with others in a respectful and productive way. This includes doing your fair share, supporting your team, staying engaged, and working as a team towards a shared goal. </a:t>
            </a:r>
          </a:p>
          <a:p>
            <a:pPr marL="171450" indent="-171450">
              <a:buFont typeface="Arial" panose="020B0604020202020204" pitchFamily="34" charset="0"/>
              <a:buChar char="•"/>
            </a:pPr>
            <a:r>
              <a:rPr lang="en-US" dirty="0"/>
              <a:t>Communication: your ability to share your ideas clearly, actively listening to others, and giving/receiving feedback that helps the team move forward. </a:t>
            </a:r>
          </a:p>
          <a:p>
            <a:pPr marL="171450" indent="-171450">
              <a:buFont typeface="Arial" panose="020B0604020202020204" pitchFamily="34" charset="0"/>
              <a:buChar char="•"/>
            </a:pPr>
            <a:r>
              <a:rPr lang="en-US" dirty="0"/>
              <a:t>Problem-solving: working collaboratively through challenges, thinking critically about possible solutions, and conflict resolution within the team.</a:t>
            </a:r>
          </a:p>
          <a:p>
            <a:pPr marL="171450" indent="-171450">
              <a:buFont typeface="Arial" panose="020B0604020202020204" pitchFamily="34" charset="0"/>
              <a:buChar char="•"/>
            </a:pPr>
            <a:r>
              <a:rPr lang="en-US" dirty="0"/>
              <a:t>Planning and organisation: managing your time well, dividing tasks fairly, keeping track of process and being reliable and accountable to your team.</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4</a:t>
            </a:fld>
            <a:endParaRPr lang="en-AU"/>
          </a:p>
        </p:txBody>
      </p:sp>
    </p:spTree>
    <p:extLst>
      <p:ext uri="{BB962C8B-B14F-4D97-AF65-F5344CB8AC3E}">
        <p14:creationId xmlns:p14="http://schemas.microsoft.com/office/powerpoint/2010/main" val="2358259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a:t>Teamwork doesn't happen instantly; every group goes through a natural process before becoming a high-functioning team.</a:t>
            </a:r>
          </a:p>
          <a:p>
            <a:pPr marL="171450" indent="-171450">
              <a:buFont typeface="Arial" panose="020B0604020202020204" pitchFamily="34" charset="0"/>
              <a:buChar char="•"/>
            </a:pPr>
            <a:r>
              <a:rPr lang="en-AU" b="1" dirty="0"/>
              <a:t>Forming:</a:t>
            </a:r>
            <a:r>
              <a:rPr lang="en-AU" dirty="0"/>
              <a:t> The group meets and orients itself. Key questions include </a:t>
            </a:r>
            <a:r>
              <a:rPr lang="en-AU" i="1" dirty="0"/>
              <a:t>Who are we? What's the task?</a:t>
            </a:r>
            <a:r>
              <a:rPr lang="en-AU" dirty="0"/>
              <a:t> Expect uncertainty, politeness, and tentativeness.</a:t>
            </a:r>
          </a:p>
          <a:p>
            <a:pPr marL="171450" indent="-171450">
              <a:buFont typeface="Arial" panose="020B0604020202020204" pitchFamily="34" charset="0"/>
              <a:buChar char="•"/>
            </a:pPr>
            <a:r>
              <a:rPr lang="en-AU" b="1" dirty="0"/>
              <a:t>Storming:</a:t>
            </a:r>
            <a:r>
              <a:rPr lang="en-AU" dirty="0"/>
              <a:t> Next tension might emerge as the group works out </a:t>
            </a:r>
            <a:r>
              <a:rPr lang="en-AU" i="1" dirty="0"/>
              <a:t>who's in charge, what each person's role is, and how to operate.</a:t>
            </a:r>
            <a:r>
              <a:rPr lang="en-AU" dirty="0"/>
              <a:t> Conflict and frustration are normal here.</a:t>
            </a:r>
          </a:p>
          <a:p>
            <a:pPr marL="171450" indent="-171450">
              <a:buFont typeface="Arial" panose="020B0604020202020204" pitchFamily="34" charset="0"/>
              <a:buChar char="•"/>
            </a:pPr>
            <a:r>
              <a:rPr lang="en-AU" b="1" dirty="0"/>
              <a:t>Norming:</a:t>
            </a:r>
            <a:r>
              <a:rPr lang="en-AU" dirty="0"/>
              <a:t> Norms and roles solidify. The group finds its rhythm, harmony builds, and progress toward goals begins.</a:t>
            </a:r>
          </a:p>
          <a:p>
            <a:pPr marL="171450" indent="-171450">
              <a:buFont typeface="Arial" panose="020B0604020202020204" pitchFamily="34" charset="0"/>
              <a:buChar char="•"/>
            </a:pPr>
            <a:r>
              <a:rPr lang="en-AU" b="1" dirty="0"/>
              <a:t>Performing:</a:t>
            </a:r>
            <a:r>
              <a:rPr lang="en-AU" dirty="0"/>
              <a:t> Everyone is working at full capacity, aligned and focused on shared team goals.</a:t>
            </a:r>
          </a:p>
          <a:p>
            <a:pPr marL="171450" indent="-171450">
              <a:buFont typeface="Arial" panose="020B0604020202020204" pitchFamily="34" charset="0"/>
              <a:buChar char="•"/>
            </a:pPr>
            <a:r>
              <a:rPr lang="en-AU" dirty="0"/>
              <a:t>These stages are a normal part of </a:t>
            </a:r>
            <a:r>
              <a:rPr lang="en-AU"/>
              <a:t>team life, </a:t>
            </a:r>
            <a:r>
              <a:rPr lang="en-AU" dirty="0"/>
              <a:t>don't expect to start at performing. Build in time to work through each stage.</a:t>
            </a:r>
          </a:p>
        </p:txBody>
      </p:sp>
      <p:sp>
        <p:nvSpPr>
          <p:cNvPr id="4" name="Slide Number Placeholder 3"/>
          <p:cNvSpPr>
            <a:spLocks noGrp="1"/>
          </p:cNvSpPr>
          <p:nvPr>
            <p:ph type="sldNum" sz="quarter" idx="5"/>
          </p:nvPr>
        </p:nvSpPr>
        <p:spPr/>
        <p:txBody>
          <a:bodyPr/>
          <a:lstStyle/>
          <a:p>
            <a:fld id="{0EF05BAA-92F6-4DEA-A832-E4B15A2F525C}" type="slidenum">
              <a:rPr lang="en-AU" smtClean="0"/>
              <a:t>5</a:t>
            </a:fld>
            <a:endParaRPr lang="en-AU"/>
          </a:p>
        </p:txBody>
      </p:sp>
    </p:spTree>
    <p:extLst>
      <p:ext uri="{BB962C8B-B14F-4D97-AF65-F5344CB8AC3E}">
        <p14:creationId xmlns:p14="http://schemas.microsoft.com/office/powerpoint/2010/main" val="20102334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AU" sz="1200" kern="1200" dirty="0">
                <a:solidFill>
                  <a:schemeClr val="tx1"/>
                </a:solidFill>
                <a:effectLst/>
                <a:latin typeface="+mn-lt"/>
                <a:ea typeface="+mn-ea"/>
                <a:cs typeface="+mn-cs"/>
              </a:rPr>
              <a:t>Teamwork </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Working well with others toward a shared goal is an important skill, and team tasks help you build it.</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Contribute fairly to the task. You do not need to do the same amount of every task, but everyone should make a meaningful contribution.</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Listen to your team’s ideas and be open to different approaches. There is rarely only one right way to solve a problem.</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Support your team by being respectful, reliable, and willing to help when needed.</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Communication </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Practise active listening by giving others your full attention and avoiding interruptions so everyone has a chance to contribute.</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Give constructive feedback and be open to receiving it. Keep your comments focused on helping the team reach its goal.</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Agree on how your team will communicate, including which platform you will use (e.g. Microsoft Teams, WhatsApp) and how quickly people should respond.</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Communicate with your teammates as you would with colleagues - be respectful, clear, and professional.</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[Note: Many of these aspects might be captured in a team charter or team processes, highlight this to your students as relevant]</a:t>
            </a:r>
          </a:p>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6</a:t>
            </a:fld>
            <a:endParaRPr lang="en-AU"/>
          </a:p>
        </p:txBody>
      </p:sp>
    </p:spTree>
    <p:extLst>
      <p:ext uri="{BB962C8B-B14F-4D97-AF65-F5344CB8AC3E}">
        <p14:creationId xmlns:p14="http://schemas.microsoft.com/office/powerpoint/2010/main" val="2965127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B626-FC87-80A9-3FBD-B8C6FF268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5359A-A644-91F1-8AAC-A628F5EC37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98209A-89C7-5D85-D513-36F97B39D31E}"/>
              </a:ext>
            </a:extLst>
          </p:cNvPr>
          <p:cNvSpPr>
            <a:spLocks noGrp="1"/>
          </p:cNvSpPr>
          <p:nvPr>
            <p:ph type="body" idx="1"/>
          </p:nvPr>
        </p:nvSpPr>
        <p:spPr/>
        <p:txBody>
          <a:bodyPr/>
          <a:lstStyle/>
          <a:p>
            <a:r>
              <a:rPr lang="en-AU" sz="1200" kern="1200" dirty="0">
                <a:solidFill>
                  <a:schemeClr val="tx1"/>
                </a:solidFill>
                <a:effectLst/>
                <a:latin typeface="+mn-lt"/>
                <a:ea typeface="+mn-ea"/>
                <a:cs typeface="+mn-cs"/>
              </a:rPr>
              <a:t>Problem solving </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Start by making sure everyone understands the task and the problem your team is trying to solve. Don’t assume everyone is clear on this, have an explicit discussion at your first meeting. </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Create space to brainstorm ideas without judgement. </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Generate a range of ideas first, then evaluate them carefully. Make sure everyone understands why the final approach was chosen.</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If your team disagrees, treat it as a chance to strengthen your reasoning and justification. Keep the focus on solving the problem and debate your ideas. </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Planning and organisation </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Teamwork requires strong planning and organisation.</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Set clear goals and milestones, including deadlines for drafts and feedback, rather than relying only on the final due date.</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Assign roles and responsibilities so everyone knows what they are responsible for. You might base these on strengths, interests, or areas you want to develop.</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Decide how your team will track progress and stay accountable. How frequently will you meet? Will you use a shared document, spreadsheet or planning tool to keep track of progress.</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Treat your plan as a working document and adjust it as needed if timelines or tasks change.</a:t>
            </a:r>
          </a:p>
          <a:p>
            <a:pPr marL="171450" lvl="0" indent="-171450">
              <a:buFont typeface="Arial" panose="020B0604020202020204" pitchFamily="34" charset="0"/>
              <a:buChar char="•"/>
            </a:pPr>
            <a:r>
              <a:rPr lang="en-AU" sz="1200" kern="1200" dirty="0">
                <a:solidFill>
                  <a:schemeClr val="tx1"/>
                </a:solidFill>
                <a:effectLst/>
                <a:latin typeface="+mn-lt"/>
                <a:ea typeface="+mn-ea"/>
                <a:cs typeface="+mn-cs"/>
              </a:rPr>
              <a:t>Keep a record of key decisions and task allocations so everyone can stay informed, even if they miss a meeting.</a:t>
            </a:r>
          </a:p>
          <a:p>
            <a:r>
              <a:rPr lang="en-AU" sz="1200" kern="1200" dirty="0">
                <a:solidFill>
                  <a:schemeClr val="tx1"/>
                </a:solidFill>
                <a:effectLst/>
                <a:latin typeface="+mn-lt"/>
                <a:ea typeface="+mn-ea"/>
                <a:cs typeface="+mn-cs"/>
              </a:rPr>
              <a:t> </a:t>
            </a:r>
          </a:p>
          <a:p>
            <a:r>
              <a:rPr lang="en-AU" sz="1200" kern="1200" dirty="0">
                <a:solidFill>
                  <a:schemeClr val="tx1"/>
                </a:solidFill>
                <a:effectLst/>
                <a:latin typeface="+mn-lt"/>
                <a:ea typeface="+mn-ea"/>
                <a:cs typeface="+mn-cs"/>
              </a:rPr>
              <a:t>[Note: Many of these aspects might be captured in a team charter or team processes, highlight this to your students as relevant]</a:t>
            </a:r>
          </a:p>
          <a:p>
            <a:endParaRPr lang="en-US" dirty="0"/>
          </a:p>
        </p:txBody>
      </p:sp>
      <p:sp>
        <p:nvSpPr>
          <p:cNvPr id="4" name="Slide Number Placeholder 3">
            <a:extLst>
              <a:ext uri="{FF2B5EF4-FFF2-40B4-BE49-F238E27FC236}">
                <a16:creationId xmlns:a16="http://schemas.microsoft.com/office/drawing/2014/main" id="{9EA0EC34-C90D-9722-29E0-A5EF68191EA4}"/>
              </a:ext>
            </a:extLst>
          </p:cNvPr>
          <p:cNvSpPr>
            <a:spLocks noGrp="1"/>
          </p:cNvSpPr>
          <p:nvPr>
            <p:ph type="sldNum" sz="quarter" idx="5"/>
          </p:nvPr>
        </p:nvSpPr>
        <p:spPr/>
        <p:txBody>
          <a:bodyPr/>
          <a:lstStyle/>
          <a:p>
            <a:fld id="{0EF05BAA-92F6-4DEA-A832-E4B15A2F525C}" type="slidenum">
              <a:rPr lang="en-AU" smtClean="0"/>
              <a:t>7</a:t>
            </a:fld>
            <a:endParaRPr lang="en-AU"/>
          </a:p>
        </p:txBody>
      </p:sp>
    </p:spTree>
    <p:extLst>
      <p:ext uri="{BB962C8B-B14F-4D97-AF65-F5344CB8AC3E}">
        <p14:creationId xmlns:p14="http://schemas.microsoft.com/office/powerpoint/2010/main" val="285122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Common issues in teams usually don’t arise from the task itself, but from how the team is working together, particularly when the core ‘working in a team’ practices we just discussed are not followed. </a:t>
            </a:r>
          </a:p>
          <a:p>
            <a:r>
              <a:rPr lang="en-US" dirty="0"/>
              <a:t>Common issues generally include poor communication, personal issues including conflict between team members or domineering personalities, </a:t>
            </a:r>
          </a:p>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8</a:t>
            </a:fld>
            <a:endParaRPr lang="en-AU"/>
          </a:p>
        </p:txBody>
      </p:sp>
    </p:spTree>
    <p:extLst>
      <p:ext uri="{BB962C8B-B14F-4D97-AF65-F5344CB8AC3E}">
        <p14:creationId xmlns:p14="http://schemas.microsoft.com/office/powerpoint/2010/main" val="393955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[NOTE: Adjust based on the process you have chosen for your course]</a:t>
            </a:r>
            <a:endParaRPr lang="en-AU"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Student-led resolution</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Where a concern arises, you should first try to resolve the matter within your team.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Start by going back to your team charter or agreed plan. This helps to ground the discussion in a plan everyone has already committed to.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Then identify the issue, focusing on conduct, contribution, deadlines, communication, preparation, or task allocation rather than personal criticism.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Work together to agree </a:t>
            </a:r>
            <a:r>
              <a:rPr lang="en-GB" sz="1200" kern="1200">
                <a:solidFill>
                  <a:schemeClr val="tx1"/>
                </a:solidFill>
                <a:effectLst/>
                <a:latin typeface="+mn-lt"/>
                <a:ea typeface="+mn-ea"/>
                <a:cs typeface="+mn-cs"/>
              </a:rPr>
              <a:t>on practical </a:t>
            </a:r>
            <a:r>
              <a:rPr lang="en-GB" sz="1200" kern="1200" dirty="0">
                <a:solidFill>
                  <a:schemeClr val="tx1"/>
                </a:solidFill>
                <a:effectLst/>
                <a:latin typeface="+mn-lt"/>
                <a:ea typeface="+mn-ea"/>
                <a:cs typeface="+mn-cs"/>
              </a:rPr>
              <a:t>steps to get the task back on track.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And make sure you record any changes, like updated allocation of work, deadlines, roles, or expectations.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Remember: conflict is a normal part of working in a team!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Standard conflict like temporary disagreement, uneven confidence, different working styles, different levels of oral fluency, or isolated missed communication will not normally justify adjustments to marks. </a:t>
            </a:r>
            <a:endParaRPr lang="en-AU"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Informal intervention by course coordinator</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If your team can’t resolve the issue, that’s when you should reach out to the course coordinator. And make sure you do it early, don’t leave it until the due date!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When you get in touch, you should explain: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What the issue is, what you’ve already done to resolve it, the relevant provisions of the team charter or work plan, how the issue is impacting your ability to complete the task, and any supporting materials (e.g. meeting notes, agreed task allocations, Teams messages, document history, sentiment check records, etc).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We/I will then help your team to work through the issue.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This might include meeting with your team or individuals to work through the problem, revising the team charter, clarifying expectations about roles within the team, or other steps as required.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The goal at this stage is to keep your team together and improve the working as a team processes to ensure the task is completed in a fair and meaningful way. </a:t>
            </a:r>
            <a:endParaRPr lang="en-AU"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endParaRPr lang="en-AU"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Escalation </a:t>
            </a:r>
            <a:endParaRPr lang="en-AU"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[Recommendation not to provide concrete actions here, adjust based on the teams issues and needs]</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If we are unable to resolve the team issues, it may be escalated.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This will be dealt with on a team-by-team basis. </a:t>
            </a:r>
            <a:endParaRPr lang="en-AU"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It might include approving adjustments to the task roles and responsibilities or adjusting individual marks. </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EF05BAA-92F6-4DEA-A832-E4B15A2F525C}" type="slidenum">
              <a:rPr lang="en-AU" smtClean="0"/>
              <a:t>9</a:t>
            </a:fld>
            <a:endParaRPr lang="en-AU"/>
          </a:p>
        </p:txBody>
      </p:sp>
    </p:spTree>
    <p:extLst>
      <p:ext uri="{BB962C8B-B14F-4D97-AF65-F5344CB8AC3E}">
        <p14:creationId xmlns:p14="http://schemas.microsoft.com/office/powerpoint/2010/main" val="4056687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F05BAA-92F6-4DEA-A832-E4B15A2F525C}" type="slidenum">
              <a:rPr lang="en-AU" smtClean="0"/>
              <a:t>10</a:t>
            </a:fld>
            <a:endParaRPr lang="en-AU"/>
          </a:p>
        </p:txBody>
      </p:sp>
    </p:spTree>
    <p:extLst>
      <p:ext uri="{BB962C8B-B14F-4D97-AF65-F5344CB8AC3E}">
        <p14:creationId xmlns:p14="http://schemas.microsoft.com/office/powerpoint/2010/main" val="3806611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E7728F-8A85-DF13-E1AF-75E2A93E2197}"/>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9425" y="476672"/>
            <a:ext cx="1584127" cy="415357"/>
          </a:xfrm>
          <a:prstGeom prst="rect">
            <a:avLst/>
          </a:prstGeom>
        </p:spPr>
      </p:pic>
      <p:pic>
        <p:nvPicPr>
          <p:cNvPr id="9" name="Picture 8">
            <a:extLst>
              <a:ext uri="{FF2B5EF4-FFF2-40B4-BE49-F238E27FC236}">
                <a16:creationId xmlns:a16="http://schemas.microsoft.com/office/drawing/2014/main" id="{3C4934B2-2948-8EFA-273A-78FFEBE0641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763003" y="476672"/>
            <a:ext cx="5949572" cy="5905077"/>
          </a:xfrm>
          <a:prstGeom prst="rect">
            <a:avLst/>
          </a:prstGeom>
        </p:spPr>
      </p:pic>
      <p:sp>
        <p:nvSpPr>
          <p:cNvPr id="11" name="Title 1">
            <a:extLst>
              <a:ext uri="{FF2B5EF4-FFF2-40B4-BE49-F238E27FC236}">
                <a16:creationId xmlns:a16="http://schemas.microsoft.com/office/drawing/2014/main" id="{018E225F-0D36-9E09-0E29-77686F5F90A7}"/>
              </a:ext>
            </a:extLst>
          </p:cNvPr>
          <p:cNvSpPr>
            <a:spLocks noGrp="1"/>
          </p:cNvSpPr>
          <p:nvPr>
            <p:ph type="title" hasCustomPrompt="1"/>
          </p:nvPr>
        </p:nvSpPr>
        <p:spPr>
          <a:xfrm>
            <a:off x="499203" y="2808560"/>
            <a:ext cx="4660694" cy="1196503"/>
          </a:xfrm>
        </p:spPr>
        <p:txBody>
          <a:bodyPr vert="horz" lIns="0" tIns="0" rIns="0" bIns="0" rtlCol="0" anchor="t">
            <a:noAutofit/>
          </a:bodyPr>
          <a:lstStyle>
            <a:lvl1pPr>
              <a:defRPr kumimoji="0" lang="en-AU" sz="4800" i="0" u="none" strike="noStrike" cap="none" spc="0" normalizeH="0" baseline="0" dirty="0">
                <a:ln>
                  <a:noFill/>
                </a:ln>
                <a:solidFill>
                  <a:schemeClr val="accent1"/>
                </a:solidFill>
                <a:effectLst/>
                <a:uLnTx/>
                <a:uFillTx/>
                <a:latin typeface="+mn-lt"/>
              </a:defRPr>
            </a:lvl1pPr>
          </a:lstStyle>
          <a:p>
            <a:pPr marL="0" marR="0" lvl="0" indent="0" fontAlgn="auto">
              <a:spcAft>
                <a:spcPts val="0"/>
              </a:spcAft>
              <a:buClrTx/>
              <a:buSzTx/>
              <a:buFontTx/>
              <a:tabLst/>
            </a:pPr>
            <a:r>
              <a:rPr lang="en-US" dirty="0"/>
              <a:t>Presentation title </a:t>
            </a:r>
            <a:br>
              <a:rPr lang="en-US" dirty="0"/>
            </a:br>
            <a:r>
              <a:rPr lang="en-US" dirty="0"/>
              <a:t>goes here</a:t>
            </a:r>
            <a:endParaRPr lang="en-AU" dirty="0"/>
          </a:p>
        </p:txBody>
      </p:sp>
      <p:sp>
        <p:nvSpPr>
          <p:cNvPr id="12" name="Text Placeholder 6">
            <a:extLst>
              <a:ext uri="{FF2B5EF4-FFF2-40B4-BE49-F238E27FC236}">
                <a16:creationId xmlns:a16="http://schemas.microsoft.com/office/drawing/2014/main" id="{C6E3F5D4-36F8-373D-D701-0FF8D3E69076}"/>
              </a:ext>
            </a:extLst>
          </p:cNvPr>
          <p:cNvSpPr>
            <a:spLocks noGrp="1"/>
          </p:cNvSpPr>
          <p:nvPr>
            <p:ph type="body" sz="quarter" idx="10" hasCustomPrompt="1"/>
          </p:nvPr>
        </p:nvSpPr>
        <p:spPr>
          <a:xfrm>
            <a:off x="499203" y="4293096"/>
            <a:ext cx="4660694" cy="644057"/>
          </a:xfrm>
          <a:prstGeom prst="rect">
            <a:avLst/>
          </a:prstGeom>
        </p:spPr>
        <p:txBody>
          <a:bodyPr vert="horz" wrap="square" lIns="0" tIns="0" rIns="0" bIns="0" rtlCol="0" anchor="t">
            <a:noAutofit/>
          </a:bodyPr>
          <a:lstStyle>
            <a:lvl1pPr>
              <a:defRPr lang="en-US" sz="1800" b="1" spc="0" baseline="0" dirty="0">
                <a:solidFill>
                  <a:schemeClr val="accent1"/>
                </a:solidFill>
                <a:latin typeface="+mn-lt"/>
                <a:ea typeface="+mj-ea"/>
                <a:cs typeface="+mj-cs"/>
              </a:defRPr>
            </a:lvl1pPr>
          </a:lstStyle>
          <a:p>
            <a:pPr lvl="0">
              <a:lnSpc>
                <a:spcPct val="100000"/>
              </a:lnSpc>
              <a:spcBef>
                <a:spcPct val="0"/>
              </a:spcBef>
            </a:pPr>
            <a:r>
              <a:rPr lang="en-US" dirty="0"/>
              <a:t>Presentation subtitle goes </a:t>
            </a:r>
            <a:br>
              <a:rPr lang="en-US" dirty="0"/>
            </a:br>
            <a:r>
              <a:rPr lang="en-US" dirty="0"/>
              <a:t>here over two lines</a:t>
            </a:r>
          </a:p>
        </p:txBody>
      </p:sp>
      <p:sp>
        <p:nvSpPr>
          <p:cNvPr id="13" name="Text Placeholder 6">
            <a:extLst>
              <a:ext uri="{FF2B5EF4-FFF2-40B4-BE49-F238E27FC236}">
                <a16:creationId xmlns:a16="http://schemas.microsoft.com/office/drawing/2014/main" id="{5E099D4B-4E15-CEC1-3412-EB3731DC62EA}"/>
              </a:ext>
            </a:extLst>
          </p:cNvPr>
          <p:cNvSpPr>
            <a:spLocks noGrp="1"/>
          </p:cNvSpPr>
          <p:nvPr>
            <p:ph type="body" sz="quarter" idx="11" hasCustomPrompt="1"/>
          </p:nvPr>
        </p:nvSpPr>
        <p:spPr>
          <a:xfrm>
            <a:off x="499202" y="2138783"/>
            <a:ext cx="4660693" cy="498129"/>
          </a:xfrm>
          <a:prstGeom prst="rect">
            <a:avLst/>
          </a:prstGeom>
        </p:spPr>
        <p:txBody>
          <a:bodyPr vert="horz" wrap="square" lIns="0" tIns="0" rIns="0" bIns="0" rtlCol="0" anchor="b">
            <a:noAutofit/>
          </a:bodyPr>
          <a:lstStyle>
            <a:lvl1pPr>
              <a:defRPr lang="en-US" sz="1600" b="0" spc="0" baseline="0" dirty="0">
                <a:solidFill>
                  <a:schemeClr val="accent1"/>
                </a:solidFill>
                <a:latin typeface="+mn-lt"/>
                <a:ea typeface="+mj-ea"/>
                <a:cs typeface="+mj-cs"/>
              </a:defRPr>
            </a:lvl1pPr>
          </a:lstStyle>
          <a:p>
            <a:pPr lvl="0">
              <a:lnSpc>
                <a:spcPct val="100000"/>
              </a:lnSpc>
              <a:spcBef>
                <a:spcPct val="0"/>
              </a:spcBef>
            </a:pPr>
            <a:r>
              <a:rPr lang="en-US" dirty="0"/>
              <a:t>Insert entity name here </a:t>
            </a:r>
            <a:br>
              <a:rPr lang="en-US" dirty="0"/>
            </a:br>
            <a:r>
              <a:rPr lang="en-US" dirty="0"/>
              <a:t>over one or two lines</a:t>
            </a:r>
          </a:p>
        </p:txBody>
      </p:sp>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pic>
        <p:nvPicPr>
          <p:cNvPr id="4" name="Picture 3" descr="Purple and purple circles on a purple background&#10;&#10;AI-generated content may be incorrect.">
            <a:extLst>
              <a:ext uri="{FF2B5EF4-FFF2-40B4-BE49-F238E27FC236}">
                <a16:creationId xmlns:a16="http://schemas.microsoft.com/office/drawing/2014/main" id="{AA2200D0-D143-DCBA-A3D4-B712FCB5250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Title 1">
            <a:extLst>
              <a:ext uri="{FF2B5EF4-FFF2-40B4-BE49-F238E27FC236}">
                <a16:creationId xmlns:a16="http://schemas.microsoft.com/office/drawing/2014/main" id="{5CEF5EBB-02AF-4BB0-8215-ABDBBF0D02E0}"/>
              </a:ext>
            </a:extLst>
          </p:cNvPr>
          <p:cNvSpPr>
            <a:spLocks noGrp="1"/>
          </p:cNvSpPr>
          <p:nvPr>
            <p:ph type="title" hasCustomPrompt="1"/>
          </p:nvPr>
        </p:nvSpPr>
        <p:spPr>
          <a:xfrm>
            <a:off x="479425" y="1539976"/>
            <a:ext cx="7488238" cy="1096862"/>
          </a:xfrm>
        </p:spPr>
        <p:txBody>
          <a:bodyPr vert="horz" lIns="0" tIns="0" rIns="0" bIns="0" rtlCol="0" anchor="t">
            <a:noAutofit/>
          </a:bodyPr>
          <a:lstStyle>
            <a:lvl1pPr>
              <a:defRPr kumimoji="0" lang="en-AU" sz="44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a:t>
            </a:r>
            <a:br>
              <a:rPr lang="en-US" dirty="0"/>
            </a:br>
            <a:r>
              <a:rPr lang="en-US" dirty="0"/>
              <a:t>goes here</a:t>
            </a:r>
            <a:endParaRPr lang="en-AU" dirty="0"/>
          </a:p>
        </p:txBody>
      </p:sp>
      <p:sp>
        <p:nvSpPr>
          <p:cNvPr id="16" name="Text Placeholder 6">
            <a:extLst>
              <a:ext uri="{FF2B5EF4-FFF2-40B4-BE49-F238E27FC236}">
                <a16:creationId xmlns:a16="http://schemas.microsoft.com/office/drawing/2014/main" id="{B0C04C2E-5E9B-4744-BB83-74543AFA907D}"/>
              </a:ext>
            </a:extLst>
          </p:cNvPr>
          <p:cNvSpPr>
            <a:spLocks noGrp="1"/>
          </p:cNvSpPr>
          <p:nvPr>
            <p:ph type="body" sz="quarter" idx="10" hasCustomPrompt="1"/>
          </p:nvPr>
        </p:nvSpPr>
        <p:spPr>
          <a:xfrm>
            <a:off x="479425" y="3216991"/>
            <a:ext cx="7488238" cy="644057"/>
          </a:xfrm>
          <a:prstGeom prst="rect">
            <a:avLst/>
          </a:prstGeom>
        </p:spPr>
        <p:txBody>
          <a:bodyPr vert="horz" wrap="square" lIns="0" tIns="0" rIns="0" bIns="0" rtlCol="0" anchor="t">
            <a:noAutofit/>
          </a:bodyPr>
          <a:lstStyle>
            <a:lvl1pPr>
              <a:defRPr lang="en-US" sz="18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a:t>
            </a:r>
            <a:br>
              <a:rPr lang="en-US" dirty="0"/>
            </a:br>
            <a:r>
              <a:rPr lang="en-US" dirty="0"/>
              <a:t>here over two lines</a:t>
            </a:r>
          </a:p>
        </p:txBody>
      </p:sp>
      <p:pic>
        <p:nvPicPr>
          <p:cNvPr id="3" name="Picture 2">
            <a:extLst>
              <a:ext uri="{FF2B5EF4-FFF2-40B4-BE49-F238E27FC236}">
                <a16:creationId xmlns:a16="http://schemas.microsoft.com/office/drawing/2014/main" id="{817F9C90-1B55-A440-3671-71EC9ADE5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
        <p:nvSpPr>
          <p:cNvPr id="8" name="Text Placeholder 6">
            <a:extLst>
              <a:ext uri="{FF2B5EF4-FFF2-40B4-BE49-F238E27FC236}">
                <a16:creationId xmlns:a16="http://schemas.microsoft.com/office/drawing/2014/main" id="{8AD11661-531B-4B30-7473-B472BB0D2EAA}"/>
              </a:ext>
            </a:extLst>
          </p:cNvPr>
          <p:cNvSpPr>
            <a:spLocks noGrp="1"/>
          </p:cNvSpPr>
          <p:nvPr>
            <p:ph type="body" sz="quarter" idx="11" hasCustomPrompt="1"/>
          </p:nvPr>
        </p:nvSpPr>
        <p:spPr>
          <a:xfrm>
            <a:off x="479425" y="461694"/>
            <a:ext cx="3744913" cy="375018"/>
          </a:xfrm>
          <a:prstGeom prst="rect">
            <a:avLst/>
          </a:prstGeom>
        </p:spPr>
        <p:txBody>
          <a:bodyPr vert="horz" wrap="square" lIns="0" tIns="0" rIns="0" bIns="0" rtlCol="0" anchor="t">
            <a:noAutofit/>
          </a:bodyPr>
          <a:lstStyle>
            <a:lvl1pPr>
              <a:defRPr lang="en-US" sz="1200" b="0" spc="0" baseline="0" dirty="0">
                <a:solidFill>
                  <a:schemeClr val="bg1"/>
                </a:solidFill>
                <a:latin typeface="+mn-lt"/>
                <a:ea typeface="+mj-ea"/>
                <a:cs typeface="+mj-cs"/>
              </a:defRPr>
            </a:lvl1pPr>
          </a:lstStyle>
          <a:p>
            <a:pPr lvl="0">
              <a:lnSpc>
                <a:spcPct val="100000"/>
              </a:lnSpc>
              <a:spcBef>
                <a:spcPct val="0"/>
              </a:spcBef>
            </a:pPr>
            <a:r>
              <a:rPr lang="en-US" dirty="0"/>
              <a:t>Insert entity name here </a:t>
            </a:r>
            <a:br>
              <a:rPr lang="en-US" dirty="0"/>
            </a:br>
            <a:r>
              <a:rPr lang="en-US" dirty="0"/>
              <a:t>over one or two lines</a:t>
            </a:r>
          </a:p>
        </p:txBody>
      </p:sp>
    </p:spTree>
    <p:extLst>
      <p:ext uri="{BB962C8B-B14F-4D97-AF65-F5344CB8AC3E}">
        <p14:creationId xmlns:p14="http://schemas.microsoft.com/office/powerpoint/2010/main" val="248009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Pr>
        <a:solidFill>
          <a:schemeClr val="bg1"/>
        </a:solidFill>
        <a:effectLst/>
      </p:bgPr>
    </p:bg>
    <p:spTree>
      <p:nvGrpSpPr>
        <p:cNvPr id="1" name=""/>
        <p:cNvGrpSpPr/>
        <p:nvPr/>
      </p:nvGrpSpPr>
      <p:grpSpPr>
        <a:xfrm>
          <a:off x="0" y="0"/>
          <a:ext cx="0" cy="0"/>
          <a:chOff x="0" y="0"/>
          <a:chExt cx="0" cy="0"/>
        </a:xfrm>
      </p:grpSpPr>
      <p:pic>
        <p:nvPicPr>
          <p:cNvPr id="8" name="Picture 7" descr="A purple and pink gradient&#10;&#10;AI-generated content may be incorrect.">
            <a:extLst>
              <a:ext uri="{FF2B5EF4-FFF2-40B4-BE49-F238E27FC236}">
                <a16:creationId xmlns:a16="http://schemas.microsoft.com/office/drawing/2014/main" id="{9148998B-84C7-00BD-220C-CC9050D4973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730"/>
            <a:ext cx="12192000" cy="6858000"/>
          </a:xfrm>
          <a:prstGeom prst="rect">
            <a:avLst/>
          </a:prstGeom>
        </p:spPr>
      </p:pic>
      <p:sp>
        <p:nvSpPr>
          <p:cNvPr id="3" name="Title 1">
            <a:extLst>
              <a:ext uri="{FF2B5EF4-FFF2-40B4-BE49-F238E27FC236}">
                <a16:creationId xmlns:a16="http://schemas.microsoft.com/office/drawing/2014/main" id="{19E832F7-051D-8941-BEFC-BA3C9EFE10CA}"/>
              </a:ext>
            </a:extLst>
          </p:cNvPr>
          <p:cNvSpPr>
            <a:spLocks noGrp="1"/>
          </p:cNvSpPr>
          <p:nvPr>
            <p:ph type="title" hasCustomPrompt="1"/>
          </p:nvPr>
        </p:nvSpPr>
        <p:spPr>
          <a:xfrm>
            <a:off x="499203" y="2880569"/>
            <a:ext cx="4228645" cy="1096862"/>
          </a:xfrm>
        </p:spPr>
        <p:txBody>
          <a:bodyPr vert="horz" lIns="0" tIns="0" rIns="0" bIns="0" rtlCol="0" anchor="t">
            <a:noAutofit/>
          </a:bodyPr>
          <a:lstStyle>
            <a:lvl1pPr>
              <a:defRPr kumimoji="0" lang="en-AU" sz="44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a:t>
            </a:r>
            <a:br>
              <a:rPr lang="en-US" dirty="0"/>
            </a:br>
            <a:r>
              <a:rPr lang="en-US" dirty="0"/>
              <a:t>goes here</a:t>
            </a:r>
            <a:endParaRPr lang="en-AU" dirty="0"/>
          </a:p>
        </p:txBody>
      </p:sp>
      <p:sp>
        <p:nvSpPr>
          <p:cNvPr id="4" name="Text Placeholder 6">
            <a:extLst>
              <a:ext uri="{FF2B5EF4-FFF2-40B4-BE49-F238E27FC236}">
                <a16:creationId xmlns:a16="http://schemas.microsoft.com/office/drawing/2014/main" id="{F8A46B0F-6D19-4504-BB7C-AD33C5953EDF}"/>
              </a:ext>
            </a:extLst>
          </p:cNvPr>
          <p:cNvSpPr>
            <a:spLocks noGrp="1"/>
          </p:cNvSpPr>
          <p:nvPr>
            <p:ph type="body" sz="quarter" idx="10" hasCustomPrompt="1"/>
          </p:nvPr>
        </p:nvSpPr>
        <p:spPr>
          <a:xfrm>
            <a:off x="499203" y="4365104"/>
            <a:ext cx="4228645" cy="644057"/>
          </a:xfrm>
          <a:prstGeom prst="rect">
            <a:avLst/>
          </a:prstGeom>
        </p:spPr>
        <p:txBody>
          <a:bodyPr vert="horz" wrap="square" lIns="0" tIns="0" rIns="0" bIns="0" rtlCol="0" anchor="t">
            <a:noAutofit/>
          </a:bodyPr>
          <a:lstStyle>
            <a:lvl1pPr>
              <a:defRPr lang="en-US" sz="18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a:t>
            </a:r>
            <a:br>
              <a:rPr lang="en-US" dirty="0"/>
            </a:br>
            <a:r>
              <a:rPr lang="en-US" dirty="0"/>
              <a:t>here over two lines</a:t>
            </a:r>
          </a:p>
        </p:txBody>
      </p:sp>
      <p:sp>
        <p:nvSpPr>
          <p:cNvPr id="6" name="Text Placeholder 6">
            <a:extLst>
              <a:ext uri="{FF2B5EF4-FFF2-40B4-BE49-F238E27FC236}">
                <a16:creationId xmlns:a16="http://schemas.microsoft.com/office/drawing/2014/main" id="{6DA8C480-5E98-C233-4D6F-1C16AE04E20E}"/>
              </a:ext>
            </a:extLst>
          </p:cNvPr>
          <p:cNvSpPr>
            <a:spLocks noGrp="1"/>
          </p:cNvSpPr>
          <p:nvPr>
            <p:ph type="body" sz="quarter" idx="11" hasCustomPrompt="1"/>
          </p:nvPr>
        </p:nvSpPr>
        <p:spPr>
          <a:xfrm>
            <a:off x="499203" y="1985159"/>
            <a:ext cx="4199908" cy="498129"/>
          </a:xfrm>
          <a:prstGeom prst="rect">
            <a:avLst/>
          </a:prstGeom>
        </p:spPr>
        <p:txBody>
          <a:bodyPr vert="horz" wrap="square" lIns="0" tIns="0" rIns="0" bIns="0" rtlCol="0" anchor="b">
            <a:noAutofit/>
          </a:bodyPr>
          <a:lstStyle>
            <a:lvl1pPr>
              <a:defRPr lang="en-US" sz="1600" b="0" spc="0" baseline="0" dirty="0">
                <a:solidFill>
                  <a:schemeClr val="bg1"/>
                </a:solidFill>
                <a:latin typeface="+mn-lt"/>
                <a:ea typeface="+mj-ea"/>
                <a:cs typeface="+mj-cs"/>
              </a:defRPr>
            </a:lvl1pPr>
          </a:lstStyle>
          <a:p>
            <a:pPr lvl="0">
              <a:lnSpc>
                <a:spcPct val="100000"/>
              </a:lnSpc>
              <a:spcBef>
                <a:spcPct val="0"/>
              </a:spcBef>
            </a:pPr>
            <a:r>
              <a:rPr lang="en-US" dirty="0"/>
              <a:t>Insert entity name here </a:t>
            </a:r>
            <a:br>
              <a:rPr lang="en-US" dirty="0"/>
            </a:br>
            <a:r>
              <a:rPr lang="en-US" dirty="0"/>
              <a:t>over one or two lines</a:t>
            </a:r>
          </a:p>
        </p:txBody>
      </p:sp>
      <p:pic>
        <p:nvPicPr>
          <p:cNvPr id="11" name="Picture 10">
            <a:extLst>
              <a:ext uri="{FF2B5EF4-FFF2-40B4-BE49-F238E27FC236}">
                <a16:creationId xmlns:a16="http://schemas.microsoft.com/office/drawing/2014/main" id="{935EFEBA-1D32-4499-C65C-D81E28CD37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85411" y="476250"/>
            <a:ext cx="1584127" cy="415356"/>
          </a:xfrm>
          <a:prstGeom prst="rect">
            <a:avLst/>
          </a:prstGeom>
        </p:spPr>
      </p:pic>
      <p:sp>
        <p:nvSpPr>
          <p:cNvPr id="22" name="Picture Placeholder 21">
            <a:extLst>
              <a:ext uri="{FF2B5EF4-FFF2-40B4-BE49-F238E27FC236}">
                <a16:creationId xmlns:a16="http://schemas.microsoft.com/office/drawing/2014/main" id="{41C16364-654B-057D-C4FF-2A0477FFA33A}"/>
              </a:ext>
            </a:extLst>
          </p:cNvPr>
          <p:cNvSpPr>
            <a:spLocks noGrp="1"/>
          </p:cNvSpPr>
          <p:nvPr>
            <p:ph type="pic" sz="quarter" idx="12"/>
          </p:nvPr>
        </p:nvSpPr>
        <p:spPr>
          <a:xfrm>
            <a:off x="5336318" y="1"/>
            <a:ext cx="6856415" cy="6858003"/>
          </a:xfrm>
          <a:custGeom>
            <a:avLst/>
            <a:gdLst>
              <a:gd name="csX0" fmla="*/ 0 w 6856415"/>
              <a:gd name="csY0" fmla="*/ 0 h 6858003"/>
              <a:gd name="csX1" fmla="*/ 6856415 w 6856415"/>
              <a:gd name="csY1" fmla="*/ 0 h 6858003"/>
              <a:gd name="csX2" fmla="*/ 6856415 w 6856415"/>
              <a:gd name="csY2" fmla="*/ 2914345 h 6858003"/>
              <a:gd name="csX3" fmla="*/ 3475968 w 6856415"/>
              <a:gd name="csY3" fmla="*/ 6842391 h 6858003"/>
              <a:gd name="csX4" fmla="*/ 3425606 w 6856415"/>
              <a:gd name="csY4" fmla="*/ 6858003 h 6858003"/>
              <a:gd name="csX5" fmla="*/ 3375244 w 6856415"/>
              <a:gd name="csY5" fmla="*/ 6842183 h 6858003"/>
              <a:gd name="csX6" fmla="*/ 0 w 6856415"/>
              <a:gd name="csY6" fmla="*/ 2914345 h 685800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56415" h="6858003">
                <a:moveTo>
                  <a:pt x="0" y="0"/>
                </a:moveTo>
                <a:lnTo>
                  <a:pt x="6856415" y="0"/>
                </a:lnTo>
                <a:lnTo>
                  <a:pt x="6856415" y="2914345"/>
                </a:lnTo>
                <a:cubicBezTo>
                  <a:pt x="6856415" y="4578940"/>
                  <a:pt x="5434645" y="6230838"/>
                  <a:pt x="3475968" y="6842391"/>
                </a:cubicBezTo>
                <a:lnTo>
                  <a:pt x="3425606" y="6858003"/>
                </a:lnTo>
                <a:lnTo>
                  <a:pt x="3375244" y="6842183"/>
                </a:lnTo>
                <a:cubicBezTo>
                  <a:pt x="1419479" y="6230006"/>
                  <a:pt x="0" y="4578108"/>
                  <a:pt x="0" y="2914345"/>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7130438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gradFill flip="none" rotWithShape="1">
          <a:gsLst>
            <a:gs pos="38000">
              <a:schemeClr val="accent1"/>
            </a:gs>
            <a:gs pos="0">
              <a:schemeClr val="accent2"/>
            </a:gs>
          </a:gsLst>
          <a:lin ang="2700000" scaled="1"/>
          <a:tileRect/>
        </a:gradFill>
        <a:effectLst/>
      </p:bgPr>
    </p:bg>
    <p:spTree>
      <p:nvGrpSpPr>
        <p:cNvPr id="1" name=""/>
        <p:cNvGrpSpPr/>
        <p:nvPr/>
      </p:nvGrpSpPr>
      <p:grpSpPr>
        <a:xfrm>
          <a:off x="0" y="0"/>
          <a:ext cx="0" cy="0"/>
          <a:chOff x="0" y="0"/>
          <a:chExt cx="0" cy="0"/>
        </a:xfrm>
      </p:grpSpPr>
      <p:sp>
        <p:nvSpPr>
          <p:cNvPr id="22" name="Text Placeholder 20">
            <a:extLst>
              <a:ext uri="{FF2B5EF4-FFF2-40B4-BE49-F238E27FC236}">
                <a16:creationId xmlns:a16="http://schemas.microsoft.com/office/drawing/2014/main" id="{6D75C5FE-6A47-48B9-A0B4-91C77A88F005}"/>
              </a:ext>
            </a:extLst>
          </p:cNvPr>
          <p:cNvSpPr>
            <a:spLocks noGrp="1"/>
          </p:cNvSpPr>
          <p:nvPr>
            <p:ph type="body" sz="quarter" idx="15" hasCustomPrompt="1"/>
          </p:nvPr>
        </p:nvSpPr>
        <p:spPr>
          <a:xfrm>
            <a:off x="479425" y="3042035"/>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7" name="Title 3">
            <a:extLst>
              <a:ext uri="{FF2B5EF4-FFF2-40B4-BE49-F238E27FC236}">
                <a16:creationId xmlns:a16="http://schemas.microsoft.com/office/drawing/2014/main" id="{59260399-596A-9C24-223D-E3272F9134F0}"/>
              </a:ext>
            </a:extLst>
          </p:cNvPr>
          <p:cNvSpPr>
            <a:spLocks noGrp="1"/>
          </p:cNvSpPr>
          <p:nvPr>
            <p:ph type="title" hasCustomPrompt="1"/>
          </p:nvPr>
        </p:nvSpPr>
        <p:spPr>
          <a:xfrm>
            <a:off x="479425" y="895344"/>
            <a:ext cx="6814219" cy="469056"/>
          </a:xfrm>
        </p:spPr>
        <p:txBody>
          <a:bodyPr/>
          <a:lstStyle>
            <a:lvl1pPr>
              <a:defRPr sz="3600">
                <a:solidFill>
                  <a:schemeClr val="bg1"/>
                </a:solidFill>
              </a:defRPr>
            </a:lvl1pPr>
          </a:lstStyle>
          <a:p>
            <a:r>
              <a:rPr lang="en-GB" dirty="0"/>
              <a:t>Contents</a:t>
            </a:r>
            <a:endParaRPr lang="en-AU" dirty="0"/>
          </a:p>
        </p:txBody>
      </p:sp>
      <p:pic>
        <p:nvPicPr>
          <p:cNvPr id="8" name="Picture 7">
            <a:extLst>
              <a:ext uri="{FF2B5EF4-FFF2-40B4-BE49-F238E27FC236}">
                <a16:creationId xmlns:a16="http://schemas.microsoft.com/office/drawing/2014/main" id="{87C847FA-1991-B5DE-D0B8-B130ED59C9B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
        <p:nvSpPr>
          <p:cNvPr id="9" name="Footer Placeholder 2">
            <a:extLst>
              <a:ext uri="{FF2B5EF4-FFF2-40B4-BE49-F238E27FC236}">
                <a16:creationId xmlns:a16="http://schemas.microsoft.com/office/drawing/2014/main" id="{ED20FD1A-D07E-976E-EE58-6C1854E04D34}"/>
              </a:ext>
            </a:extLst>
          </p:cNvPr>
          <p:cNvSpPr>
            <a:spLocks noGrp="1"/>
          </p:cNvSpPr>
          <p:nvPr>
            <p:ph type="ftr" sz="quarter" idx="10"/>
          </p:nvPr>
        </p:nvSpPr>
        <p:spPr>
          <a:xfrm>
            <a:off x="479425" y="6381750"/>
            <a:ext cx="3744913" cy="476250"/>
          </a:xfrm>
        </p:spPr>
        <p:txBody>
          <a:bodyPr/>
          <a:lstStyle>
            <a:lvl1pPr>
              <a:defRPr b="0">
                <a:solidFill>
                  <a:schemeClr val="bg1"/>
                </a:solidFill>
              </a:defRPr>
            </a:lvl1pPr>
          </a:lstStyle>
          <a:p>
            <a:endParaRPr lang="en-AU" dirty="0"/>
          </a:p>
        </p:txBody>
      </p:sp>
      <p:sp>
        <p:nvSpPr>
          <p:cNvPr id="10" name="Slide Number Placeholder 3">
            <a:extLst>
              <a:ext uri="{FF2B5EF4-FFF2-40B4-BE49-F238E27FC236}">
                <a16:creationId xmlns:a16="http://schemas.microsoft.com/office/drawing/2014/main" id="{6EFADAFC-35C0-7FF8-7AEC-AA9470906608}"/>
              </a:ext>
            </a:extLst>
          </p:cNvPr>
          <p:cNvSpPr>
            <a:spLocks noGrp="1"/>
          </p:cNvSpPr>
          <p:nvPr>
            <p:ph type="sldNum" sz="quarter" idx="11"/>
          </p:nvPr>
        </p:nvSpPr>
        <p:spPr>
          <a:xfrm>
            <a:off x="11208567" y="6381750"/>
            <a:ext cx="504007" cy="47625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12" name="Text Placeholder 20">
            <a:extLst>
              <a:ext uri="{FF2B5EF4-FFF2-40B4-BE49-F238E27FC236}">
                <a16:creationId xmlns:a16="http://schemas.microsoft.com/office/drawing/2014/main" id="{3511A177-3064-9265-EA29-DEC181F5803C}"/>
              </a:ext>
            </a:extLst>
          </p:cNvPr>
          <p:cNvSpPr>
            <a:spLocks noGrp="1"/>
          </p:cNvSpPr>
          <p:nvPr>
            <p:ph type="body" sz="quarter" idx="47" hasCustomPrompt="1"/>
          </p:nvPr>
        </p:nvSpPr>
        <p:spPr>
          <a:xfrm>
            <a:off x="8126974" y="3042035"/>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13" name="Text Placeholder 20">
            <a:extLst>
              <a:ext uri="{FF2B5EF4-FFF2-40B4-BE49-F238E27FC236}">
                <a16:creationId xmlns:a16="http://schemas.microsoft.com/office/drawing/2014/main" id="{DFDD0B3A-4305-B55A-4748-3C6086E3731D}"/>
              </a:ext>
            </a:extLst>
          </p:cNvPr>
          <p:cNvSpPr>
            <a:spLocks noGrp="1"/>
          </p:cNvSpPr>
          <p:nvPr>
            <p:ph type="body" sz="quarter" idx="48" hasCustomPrompt="1"/>
          </p:nvPr>
        </p:nvSpPr>
        <p:spPr>
          <a:xfrm>
            <a:off x="4303199" y="3042035"/>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51" name="Text Placeholder 50">
            <a:extLst>
              <a:ext uri="{FF2B5EF4-FFF2-40B4-BE49-F238E27FC236}">
                <a16:creationId xmlns:a16="http://schemas.microsoft.com/office/drawing/2014/main" id="{F83F5E66-EFB5-7C96-2B25-8050F9A74F9A}"/>
              </a:ext>
            </a:extLst>
          </p:cNvPr>
          <p:cNvSpPr>
            <a:spLocks noGrp="1"/>
          </p:cNvSpPr>
          <p:nvPr>
            <p:ph type="body" sz="quarter" idx="52" hasCustomPrompt="1"/>
          </p:nvPr>
        </p:nvSpPr>
        <p:spPr>
          <a:xfrm>
            <a:off x="479424" y="2388244"/>
            <a:ext cx="3585599" cy="232654"/>
          </a:xfrm>
        </p:spPr>
        <p:txBody>
          <a:bodyPr/>
          <a:lstStyle>
            <a:lvl1pPr>
              <a:defRPr sz="1800">
                <a:solidFill>
                  <a:schemeClr val="bg1"/>
                </a:solidFill>
              </a:defRPr>
            </a:lvl1pPr>
          </a:lstStyle>
          <a:p>
            <a:pPr lvl="0"/>
            <a:r>
              <a:rPr lang="en-GB" dirty="0"/>
              <a:t>Lorem ipsum</a:t>
            </a:r>
            <a:endParaRPr lang="en-US" dirty="0"/>
          </a:p>
        </p:txBody>
      </p:sp>
      <p:sp>
        <p:nvSpPr>
          <p:cNvPr id="55" name="Text Placeholder 50">
            <a:extLst>
              <a:ext uri="{FF2B5EF4-FFF2-40B4-BE49-F238E27FC236}">
                <a16:creationId xmlns:a16="http://schemas.microsoft.com/office/drawing/2014/main" id="{DB25363F-6960-462A-6024-058EE2DCF55E}"/>
              </a:ext>
            </a:extLst>
          </p:cNvPr>
          <p:cNvSpPr>
            <a:spLocks noGrp="1"/>
          </p:cNvSpPr>
          <p:nvPr>
            <p:ph type="body" sz="quarter" idx="53" hasCustomPrompt="1"/>
          </p:nvPr>
        </p:nvSpPr>
        <p:spPr>
          <a:xfrm>
            <a:off x="479424" y="1955898"/>
            <a:ext cx="3585599" cy="309894"/>
          </a:xfrm>
        </p:spPr>
        <p:txBody>
          <a:bodyPr/>
          <a:lstStyle>
            <a:lvl1pPr>
              <a:defRPr sz="2800" b="0">
                <a:solidFill>
                  <a:schemeClr val="bg1"/>
                </a:solidFill>
              </a:defRPr>
            </a:lvl1pPr>
          </a:lstStyle>
          <a:p>
            <a:pPr lvl="0"/>
            <a:r>
              <a:rPr lang="en-GB" dirty="0"/>
              <a:t>#</a:t>
            </a:r>
            <a:endParaRPr lang="en-US" dirty="0"/>
          </a:p>
        </p:txBody>
      </p:sp>
      <p:sp>
        <p:nvSpPr>
          <p:cNvPr id="56" name="Text Placeholder 50">
            <a:extLst>
              <a:ext uri="{FF2B5EF4-FFF2-40B4-BE49-F238E27FC236}">
                <a16:creationId xmlns:a16="http://schemas.microsoft.com/office/drawing/2014/main" id="{3D22C2E7-B324-D8E4-7D70-CBD7E813F5D8}"/>
              </a:ext>
            </a:extLst>
          </p:cNvPr>
          <p:cNvSpPr>
            <a:spLocks noGrp="1"/>
          </p:cNvSpPr>
          <p:nvPr>
            <p:ph type="body" sz="quarter" idx="54" hasCustomPrompt="1"/>
          </p:nvPr>
        </p:nvSpPr>
        <p:spPr>
          <a:xfrm>
            <a:off x="4303199" y="2388244"/>
            <a:ext cx="3585599" cy="232654"/>
          </a:xfrm>
        </p:spPr>
        <p:txBody>
          <a:bodyPr/>
          <a:lstStyle>
            <a:lvl1pPr>
              <a:defRPr sz="1800">
                <a:solidFill>
                  <a:schemeClr val="bg1"/>
                </a:solidFill>
              </a:defRPr>
            </a:lvl1pPr>
          </a:lstStyle>
          <a:p>
            <a:pPr lvl="0"/>
            <a:r>
              <a:rPr lang="en-GB" dirty="0"/>
              <a:t>Lorem ipsum</a:t>
            </a:r>
            <a:endParaRPr lang="en-US" dirty="0"/>
          </a:p>
        </p:txBody>
      </p:sp>
      <p:sp>
        <p:nvSpPr>
          <p:cNvPr id="57" name="Text Placeholder 50">
            <a:extLst>
              <a:ext uri="{FF2B5EF4-FFF2-40B4-BE49-F238E27FC236}">
                <a16:creationId xmlns:a16="http://schemas.microsoft.com/office/drawing/2014/main" id="{93F7F85B-A63E-916D-240E-C6BC4B813C42}"/>
              </a:ext>
            </a:extLst>
          </p:cNvPr>
          <p:cNvSpPr>
            <a:spLocks noGrp="1"/>
          </p:cNvSpPr>
          <p:nvPr>
            <p:ph type="body" sz="quarter" idx="55" hasCustomPrompt="1"/>
          </p:nvPr>
        </p:nvSpPr>
        <p:spPr>
          <a:xfrm>
            <a:off x="4303199" y="1955898"/>
            <a:ext cx="3585599" cy="309894"/>
          </a:xfrm>
        </p:spPr>
        <p:txBody>
          <a:bodyPr/>
          <a:lstStyle>
            <a:lvl1pPr>
              <a:defRPr sz="2800" b="0">
                <a:solidFill>
                  <a:schemeClr val="bg1"/>
                </a:solidFill>
              </a:defRPr>
            </a:lvl1pPr>
          </a:lstStyle>
          <a:p>
            <a:pPr lvl="0"/>
            <a:r>
              <a:rPr lang="en-GB" dirty="0"/>
              <a:t>#</a:t>
            </a:r>
            <a:endParaRPr lang="en-US" dirty="0"/>
          </a:p>
        </p:txBody>
      </p:sp>
      <p:sp>
        <p:nvSpPr>
          <p:cNvPr id="58" name="Text Placeholder 50">
            <a:extLst>
              <a:ext uri="{FF2B5EF4-FFF2-40B4-BE49-F238E27FC236}">
                <a16:creationId xmlns:a16="http://schemas.microsoft.com/office/drawing/2014/main" id="{A75FEC3F-4A08-4034-3C6E-FBDC1654944F}"/>
              </a:ext>
            </a:extLst>
          </p:cNvPr>
          <p:cNvSpPr>
            <a:spLocks noGrp="1"/>
          </p:cNvSpPr>
          <p:nvPr>
            <p:ph type="body" sz="quarter" idx="56" hasCustomPrompt="1"/>
          </p:nvPr>
        </p:nvSpPr>
        <p:spPr>
          <a:xfrm>
            <a:off x="8126974" y="2388244"/>
            <a:ext cx="3585599" cy="232654"/>
          </a:xfrm>
        </p:spPr>
        <p:txBody>
          <a:bodyPr/>
          <a:lstStyle>
            <a:lvl1pPr>
              <a:defRPr sz="1800">
                <a:solidFill>
                  <a:schemeClr val="bg1"/>
                </a:solidFill>
              </a:defRPr>
            </a:lvl1pPr>
          </a:lstStyle>
          <a:p>
            <a:pPr lvl="0"/>
            <a:r>
              <a:rPr lang="en-GB" dirty="0"/>
              <a:t>Lorem ipsum</a:t>
            </a:r>
            <a:endParaRPr lang="en-US" dirty="0"/>
          </a:p>
        </p:txBody>
      </p:sp>
      <p:sp>
        <p:nvSpPr>
          <p:cNvPr id="59" name="Text Placeholder 50">
            <a:extLst>
              <a:ext uri="{FF2B5EF4-FFF2-40B4-BE49-F238E27FC236}">
                <a16:creationId xmlns:a16="http://schemas.microsoft.com/office/drawing/2014/main" id="{613BB411-4D8A-51A3-FA0C-A818E3E03F80}"/>
              </a:ext>
            </a:extLst>
          </p:cNvPr>
          <p:cNvSpPr>
            <a:spLocks noGrp="1"/>
          </p:cNvSpPr>
          <p:nvPr>
            <p:ph type="body" sz="quarter" idx="57" hasCustomPrompt="1"/>
          </p:nvPr>
        </p:nvSpPr>
        <p:spPr>
          <a:xfrm>
            <a:off x="8126974" y="1955898"/>
            <a:ext cx="3585599" cy="309894"/>
          </a:xfrm>
        </p:spPr>
        <p:txBody>
          <a:bodyPr/>
          <a:lstStyle>
            <a:lvl1pPr>
              <a:defRPr sz="2800" b="0">
                <a:solidFill>
                  <a:schemeClr val="bg1"/>
                </a:solidFill>
              </a:defRPr>
            </a:lvl1pPr>
          </a:lstStyle>
          <a:p>
            <a:pPr lvl="0"/>
            <a:r>
              <a:rPr lang="en-GB" dirty="0"/>
              <a:t>#</a:t>
            </a:r>
            <a:endParaRPr lang="en-US" dirty="0"/>
          </a:p>
        </p:txBody>
      </p:sp>
      <p:sp>
        <p:nvSpPr>
          <p:cNvPr id="60" name="Text Placeholder 20">
            <a:extLst>
              <a:ext uri="{FF2B5EF4-FFF2-40B4-BE49-F238E27FC236}">
                <a16:creationId xmlns:a16="http://schemas.microsoft.com/office/drawing/2014/main" id="{98D33835-74AF-8A30-B9EE-9FDABEB6C9EA}"/>
              </a:ext>
            </a:extLst>
          </p:cNvPr>
          <p:cNvSpPr>
            <a:spLocks noGrp="1"/>
          </p:cNvSpPr>
          <p:nvPr>
            <p:ph type="body" sz="quarter" idx="58" hasCustomPrompt="1"/>
          </p:nvPr>
        </p:nvSpPr>
        <p:spPr>
          <a:xfrm>
            <a:off x="479425" y="4501920"/>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61" name="Text Placeholder 20">
            <a:extLst>
              <a:ext uri="{FF2B5EF4-FFF2-40B4-BE49-F238E27FC236}">
                <a16:creationId xmlns:a16="http://schemas.microsoft.com/office/drawing/2014/main" id="{2D780CF7-9FFC-8427-F804-9606032B18B9}"/>
              </a:ext>
            </a:extLst>
          </p:cNvPr>
          <p:cNvSpPr>
            <a:spLocks noGrp="1"/>
          </p:cNvSpPr>
          <p:nvPr>
            <p:ph type="body" sz="quarter" idx="59" hasCustomPrompt="1"/>
          </p:nvPr>
        </p:nvSpPr>
        <p:spPr>
          <a:xfrm>
            <a:off x="8126974" y="4501920"/>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62" name="Text Placeholder 20">
            <a:extLst>
              <a:ext uri="{FF2B5EF4-FFF2-40B4-BE49-F238E27FC236}">
                <a16:creationId xmlns:a16="http://schemas.microsoft.com/office/drawing/2014/main" id="{4035CACC-6326-0D5E-AB24-2AC017FBEE9C}"/>
              </a:ext>
            </a:extLst>
          </p:cNvPr>
          <p:cNvSpPr>
            <a:spLocks noGrp="1"/>
          </p:cNvSpPr>
          <p:nvPr>
            <p:ph type="body" sz="quarter" idx="60" hasCustomPrompt="1"/>
          </p:nvPr>
        </p:nvSpPr>
        <p:spPr>
          <a:xfrm>
            <a:off x="4303199" y="4501920"/>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63" name="Text Placeholder 50">
            <a:extLst>
              <a:ext uri="{FF2B5EF4-FFF2-40B4-BE49-F238E27FC236}">
                <a16:creationId xmlns:a16="http://schemas.microsoft.com/office/drawing/2014/main" id="{C3E340EE-A2F0-1159-9329-5756F5F7BE5F}"/>
              </a:ext>
            </a:extLst>
          </p:cNvPr>
          <p:cNvSpPr>
            <a:spLocks noGrp="1"/>
          </p:cNvSpPr>
          <p:nvPr>
            <p:ph type="body" sz="quarter" idx="61" hasCustomPrompt="1"/>
          </p:nvPr>
        </p:nvSpPr>
        <p:spPr>
          <a:xfrm>
            <a:off x="479424" y="3877282"/>
            <a:ext cx="3585599" cy="232654"/>
          </a:xfrm>
        </p:spPr>
        <p:txBody>
          <a:bodyPr/>
          <a:lstStyle>
            <a:lvl1pPr>
              <a:defRPr sz="1800">
                <a:solidFill>
                  <a:schemeClr val="bg1"/>
                </a:solidFill>
              </a:defRPr>
            </a:lvl1pPr>
          </a:lstStyle>
          <a:p>
            <a:pPr lvl="0"/>
            <a:r>
              <a:rPr lang="en-GB" dirty="0"/>
              <a:t>Lorem ipsum</a:t>
            </a:r>
            <a:endParaRPr lang="en-US" dirty="0"/>
          </a:p>
        </p:txBody>
      </p:sp>
      <p:sp>
        <p:nvSpPr>
          <p:cNvPr id="64" name="Text Placeholder 50">
            <a:extLst>
              <a:ext uri="{FF2B5EF4-FFF2-40B4-BE49-F238E27FC236}">
                <a16:creationId xmlns:a16="http://schemas.microsoft.com/office/drawing/2014/main" id="{2BD0702A-F825-BAB6-1EA1-99964C0486F3}"/>
              </a:ext>
            </a:extLst>
          </p:cNvPr>
          <p:cNvSpPr>
            <a:spLocks noGrp="1"/>
          </p:cNvSpPr>
          <p:nvPr>
            <p:ph type="body" sz="quarter" idx="62" hasCustomPrompt="1"/>
          </p:nvPr>
        </p:nvSpPr>
        <p:spPr>
          <a:xfrm>
            <a:off x="479424" y="3444936"/>
            <a:ext cx="3585599" cy="309894"/>
          </a:xfrm>
        </p:spPr>
        <p:txBody>
          <a:bodyPr/>
          <a:lstStyle>
            <a:lvl1pPr>
              <a:defRPr sz="2800" b="0">
                <a:solidFill>
                  <a:schemeClr val="bg1"/>
                </a:solidFill>
              </a:defRPr>
            </a:lvl1pPr>
          </a:lstStyle>
          <a:p>
            <a:pPr lvl="0"/>
            <a:r>
              <a:rPr lang="en-GB" dirty="0"/>
              <a:t>#</a:t>
            </a:r>
            <a:endParaRPr lang="en-US" dirty="0"/>
          </a:p>
        </p:txBody>
      </p:sp>
      <p:sp>
        <p:nvSpPr>
          <p:cNvPr id="65" name="Text Placeholder 50">
            <a:extLst>
              <a:ext uri="{FF2B5EF4-FFF2-40B4-BE49-F238E27FC236}">
                <a16:creationId xmlns:a16="http://schemas.microsoft.com/office/drawing/2014/main" id="{BB198AFA-CC9D-5A32-C6D5-8EE55C48B6E4}"/>
              </a:ext>
            </a:extLst>
          </p:cNvPr>
          <p:cNvSpPr>
            <a:spLocks noGrp="1"/>
          </p:cNvSpPr>
          <p:nvPr>
            <p:ph type="body" sz="quarter" idx="63" hasCustomPrompt="1"/>
          </p:nvPr>
        </p:nvSpPr>
        <p:spPr>
          <a:xfrm>
            <a:off x="4303199" y="3877282"/>
            <a:ext cx="3585599" cy="232654"/>
          </a:xfrm>
        </p:spPr>
        <p:txBody>
          <a:bodyPr/>
          <a:lstStyle>
            <a:lvl1pPr>
              <a:defRPr sz="1800">
                <a:solidFill>
                  <a:schemeClr val="bg1"/>
                </a:solidFill>
              </a:defRPr>
            </a:lvl1pPr>
          </a:lstStyle>
          <a:p>
            <a:pPr lvl="0"/>
            <a:r>
              <a:rPr lang="en-GB" dirty="0"/>
              <a:t>Lorem ipsum</a:t>
            </a:r>
            <a:endParaRPr lang="en-US" dirty="0"/>
          </a:p>
        </p:txBody>
      </p:sp>
      <p:sp>
        <p:nvSpPr>
          <p:cNvPr id="66" name="Text Placeholder 50">
            <a:extLst>
              <a:ext uri="{FF2B5EF4-FFF2-40B4-BE49-F238E27FC236}">
                <a16:creationId xmlns:a16="http://schemas.microsoft.com/office/drawing/2014/main" id="{0A64674F-9532-C648-EA82-43BE721C8680}"/>
              </a:ext>
            </a:extLst>
          </p:cNvPr>
          <p:cNvSpPr>
            <a:spLocks noGrp="1"/>
          </p:cNvSpPr>
          <p:nvPr>
            <p:ph type="body" sz="quarter" idx="64" hasCustomPrompt="1"/>
          </p:nvPr>
        </p:nvSpPr>
        <p:spPr>
          <a:xfrm>
            <a:off x="4303199" y="3444936"/>
            <a:ext cx="3585599" cy="309894"/>
          </a:xfrm>
        </p:spPr>
        <p:txBody>
          <a:bodyPr/>
          <a:lstStyle>
            <a:lvl1pPr>
              <a:defRPr sz="2800" b="0">
                <a:solidFill>
                  <a:schemeClr val="bg1"/>
                </a:solidFill>
              </a:defRPr>
            </a:lvl1pPr>
          </a:lstStyle>
          <a:p>
            <a:pPr lvl="0"/>
            <a:r>
              <a:rPr lang="en-GB" dirty="0"/>
              <a:t>#</a:t>
            </a:r>
            <a:endParaRPr lang="en-US" dirty="0"/>
          </a:p>
        </p:txBody>
      </p:sp>
      <p:sp>
        <p:nvSpPr>
          <p:cNvPr id="67" name="Text Placeholder 50">
            <a:extLst>
              <a:ext uri="{FF2B5EF4-FFF2-40B4-BE49-F238E27FC236}">
                <a16:creationId xmlns:a16="http://schemas.microsoft.com/office/drawing/2014/main" id="{3310ED37-C52F-7262-0B80-E0D70DF28B12}"/>
              </a:ext>
            </a:extLst>
          </p:cNvPr>
          <p:cNvSpPr>
            <a:spLocks noGrp="1"/>
          </p:cNvSpPr>
          <p:nvPr>
            <p:ph type="body" sz="quarter" idx="65" hasCustomPrompt="1"/>
          </p:nvPr>
        </p:nvSpPr>
        <p:spPr>
          <a:xfrm>
            <a:off x="8126974" y="3877282"/>
            <a:ext cx="3585599" cy="232654"/>
          </a:xfrm>
        </p:spPr>
        <p:txBody>
          <a:bodyPr/>
          <a:lstStyle>
            <a:lvl1pPr>
              <a:defRPr sz="1800">
                <a:solidFill>
                  <a:schemeClr val="bg1"/>
                </a:solidFill>
              </a:defRPr>
            </a:lvl1pPr>
          </a:lstStyle>
          <a:p>
            <a:pPr lvl="0"/>
            <a:r>
              <a:rPr lang="en-GB" dirty="0"/>
              <a:t>Lorem ipsum</a:t>
            </a:r>
            <a:endParaRPr lang="en-US" dirty="0"/>
          </a:p>
        </p:txBody>
      </p:sp>
      <p:sp>
        <p:nvSpPr>
          <p:cNvPr id="68" name="Text Placeholder 50">
            <a:extLst>
              <a:ext uri="{FF2B5EF4-FFF2-40B4-BE49-F238E27FC236}">
                <a16:creationId xmlns:a16="http://schemas.microsoft.com/office/drawing/2014/main" id="{F2ABF0B6-6F3B-3D8A-C607-D1DD4DE7F424}"/>
              </a:ext>
            </a:extLst>
          </p:cNvPr>
          <p:cNvSpPr>
            <a:spLocks noGrp="1"/>
          </p:cNvSpPr>
          <p:nvPr>
            <p:ph type="body" sz="quarter" idx="66" hasCustomPrompt="1"/>
          </p:nvPr>
        </p:nvSpPr>
        <p:spPr>
          <a:xfrm>
            <a:off x="8126974" y="3444936"/>
            <a:ext cx="3585599" cy="309894"/>
          </a:xfrm>
        </p:spPr>
        <p:txBody>
          <a:bodyPr/>
          <a:lstStyle>
            <a:lvl1pPr>
              <a:defRPr sz="2800" b="0">
                <a:solidFill>
                  <a:schemeClr val="bg1"/>
                </a:solidFill>
              </a:defRPr>
            </a:lvl1pPr>
          </a:lstStyle>
          <a:p>
            <a:pPr lvl="0"/>
            <a:r>
              <a:rPr lang="en-GB" dirty="0"/>
              <a:t>#</a:t>
            </a:r>
            <a:endParaRPr lang="en-US" dirty="0"/>
          </a:p>
        </p:txBody>
      </p:sp>
      <p:sp>
        <p:nvSpPr>
          <p:cNvPr id="69" name="Text Placeholder 50">
            <a:extLst>
              <a:ext uri="{FF2B5EF4-FFF2-40B4-BE49-F238E27FC236}">
                <a16:creationId xmlns:a16="http://schemas.microsoft.com/office/drawing/2014/main" id="{258D4A9D-7F5A-B58B-F1C5-5FA54508EA34}"/>
              </a:ext>
            </a:extLst>
          </p:cNvPr>
          <p:cNvSpPr>
            <a:spLocks noGrp="1"/>
          </p:cNvSpPr>
          <p:nvPr>
            <p:ph type="body" sz="quarter" idx="67" hasCustomPrompt="1"/>
          </p:nvPr>
        </p:nvSpPr>
        <p:spPr>
          <a:xfrm>
            <a:off x="479424" y="5324342"/>
            <a:ext cx="3585599" cy="232654"/>
          </a:xfrm>
        </p:spPr>
        <p:txBody>
          <a:bodyPr/>
          <a:lstStyle>
            <a:lvl1pPr>
              <a:defRPr sz="1800">
                <a:solidFill>
                  <a:schemeClr val="bg1"/>
                </a:solidFill>
              </a:defRPr>
            </a:lvl1pPr>
          </a:lstStyle>
          <a:p>
            <a:pPr lvl="0"/>
            <a:r>
              <a:rPr lang="en-GB" dirty="0"/>
              <a:t>Lorem ipsum</a:t>
            </a:r>
            <a:endParaRPr lang="en-US" dirty="0"/>
          </a:p>
        </p:txBody>
      </p:sp>
      <p:sp>
        <p:nvSpPr>
          <p:cNvPr id="70" name="Text Placeholder 50">
            <a:extLst>
              <a:ext uri="{FF2B5EF4-FFF2-40B4-BE49-F238E27FC236}">
                <a16:creationId xmlns:a16="http://schemas.microsoft.com/office/drawing/2014/main" id="{41C82DD2-5FEE-DF74-B91A-08EA68F56179}"/>
              </a:ext>
            </a:extLst>
          </p:cNvPr>
          <p:cNvSpPr>
            <a:spLocks noGrp="1"/>
          </p:cNvSpPr>
          <p:nvPr>
            <p:ph type="body" sz="quarter" idx="68" hasCustomPrompt="1"/>
          </p:nvPr>
        </p:nvSpPr>
        <p:spPr>
          <a:xfrm>
            <a:off x="479424" y="4891996"/>
            <a:ext cx="3585599" cy="309894"/>
          </a:xfrm>
        </p:spPr>
        <p:txBody>
          <a:bodyPr/>
          <a:lstStyle>
            <a:lvl1pPr>
              <a:defRPr sz="2800" b="0">
                <a:solidFill>
                  <a:schemeClr val="bg1"/>
                </a:solidFill>
              </a:defRPr>
            </a:lvl1pPr>
          </a:lstStyle>
          <a:p>
            <a:pPr lvl="0"/>
            <a:r>
              <a:rPr lang="en-GB" dirty="0"/>
              <a:t>#</a:t>
            </a:r>
            <a:endParaRPr lang="en-US" dirty="0"/>
          </a:p>
        </p:txBody>
      </p:sp>
      <p:sp>
        <p:nvSpPr>
          <p:cNvPr id="71" name="Text Placeholder 50">
            <a:extLst>
              <a:ext uri="{FF2B5EF4-FFF2-40B4-BE49-F238E27FC236}">
                <a16:creationId xmlns:a16="http://schemas.microsoft.com/office/drawing/2014/main" id="{C419A681-6FA3-F318-75CB-2CA99437ED92}"/>
              </a:ext>
            </a:extLst>
          </p:cNvPr>
          <p:cNvSpPr>
            <a:spLocks noGrp="1"/>
          </p:cNvSpPr>
          <p:nvPr>
            <p:ph type="body" sz="quarter" idx="69" hasCustomPrompt="1"/>
          </p:nvPr>
        </p:nvSpPr>
        <p:spPr>
          <a:xfrm>
            <a:off x="4303199" y="5324342"/>
            <a:ext cx="3585599" cy="232654"/>
          </a:xfrm>
        </p:spPr>
        <p:txBody>
          <a:bodyPr/>
          <a:lstStyle>
            <a:lvl1pPr>
              <a:defRPr sz="1800">
                <a:solidFill>
                  <a:schemeClr val="bg1"/>
                </a:solidFill>
              </a:defRPr>
            </a:lvl1pPr>
          </a:lstStyle>
          <a:p>
            <a:pPr lvl="0"/>
            <a:r>
              <a:rPr lang="en-GB" dirty="0"/>
              <a:t>Lorem ipsum</a:t>
            </a:r>
            <a:endParaRPr lang="en-US" dirty="0"/>
          </a:p>
        </p:txBody>
      </p:sp>
      <p:sp>
        <p:nvSpPr>
          <p:cNvPr id="72" name="Text Placeholder 50">
            <a:extLst>
              <a:ext uri="{FF2B5EF4-FFF2-40B4-BE49-F238E27FC236}">
                <a16:creationId xmlns:a16="http://schemas.microsoft.com/office/drawing/2014/main" id="{213566ED-E0D9-DD79-95EA-43E7D8E00434}"/>
              </a:ext>
            </a:extLst>
          </p:cNvPr>
          <p:cNvSpPr>
            <a:spLocks noGrp="1"/>
          </p:cNvSpPr>
          <p:nvPr>
            <p:ph type="body" sz="quarter" idx="70" hasCustomPrompt="1"/>
          </p:nvPr>
        </p:nvSpPr>
        <p:spPr>
          <a:xfrm>
            <a:off x="4303199" y="4891996"/>
            <a:ext cx="3585599" cy="309894"/>
          </a:xfrm>
        </p:spPr>
        <p:txBody>
          <a:bodyPr/>
          <a:lstStyle>
            <a:lvl1pPr>
              <a:defRPr sz="2800" b="0">
                <a:solidFill>
                  <a:schemeClr val="bg1"/>
                </a:solidFill>
              </a:defRPr>
            </a:lvl1pPr>
          </a:lstStyle>
          <a:p>
            <a:pPr lvl="0"/>
            <a:r>
              <a:rPr lang="en-GB" dirty="0"/>
              <a:t>#</a:t>
            </a:r>
            <a:endParaRPr lang="en-US" dirty="0"/>
          </a:p>
        </p:txBody>
      </p:sp>
      <p:sp>
        <p:nvSpPr>
          <p:cNvPr id="73" name="Text Placeholder 50">
            <a:extLst>
              <a:ext uri="{FF2B5EF4-FFF2-40B4-BE49-F238E27FC236}">
                <a16:creationId xmlns:a16="http://schemas.microsoft.com/office/drawing/2014/main" id="{8164237E-900B-19D5-C46E-1A05AB248B13}"/>
              </a:ext>
            </a:extLst>
          </p:cNvPr>
          <p:cNvSpPr>
            <a:spLocks noGrp="1"/>
          </p:cNvSpPr>
          <p:nvPr>
            <p:ph type="body" sz="quarter" idx="71" hasCustomPrompt="1"/>
          </p:nvPr>
        </p:nvSpPr>
        <p:spPr>
          <a:xfrm>
            <a:off x="8126974" y="5324342"/>
            <a:ext cx="3585599" cy="232654"/>
          </a:xfrm>
        </p:spPr>
        <p:txBody>
          <a:bodyPr/>
          <a:lstStyle>
            <a:lvl1pPr>
              <a:defRPr sz="1800">
                <a:solidFill>
                  <a:schemeClr val="bg1"/>
                </a:solidFill>
              </a:defRPr>
            </a:lvl1pPr>
          </a:lstStyle>
          <a:p>
            <a:pPr lvl="0"/>
            <a:r>
              <a:rPr lang="en-GB" dirty="0"/>
              <a:t>Lorem ipsum</a:t>
            </a:r>
            <a:endParaRPr lang="en-US" dirty="0"/>
          </a:p>
        </p:txBody>
      </p:sp>
      <p:sp>
        <p:nvSpPr>
          <p:cNvPr id="74" name="Text Placeholder 50">
            <a:extLst>
              <a:ext uri="{FF2B5EF4-FFF2-40B4-BE49-F238E27FC236}">
                <a16:creationId xmlns:a16="http://schemas.microsoft.com/office/drawing/2014/main" id="{89819A83-5634-E387-5A8A-776CB57C08F4}"/>
              </a:ext>
            </a:extLst>
          </p:cNvPr>
          <p:cNvSpPr>
            <a:spLocks noGrp="1"/>
          </p:cNvSpPr>
          <p:nvPr>
            <p:ph type="body" sz="quarter" idx="72" hasCustomPrompt="1"/>
          </p:nvPr>
        </p:nvSpPr>
        <p:spPr>
          <a:xfrm>
            <a:off x="8126974" y="4891996"/>
            <a:ext cx="3585599" cy="309894"/>
          </a:xfrm>
        </p:spPr>
        <p:txBody>
          <a:bodyPr/>
          <a:lstStyle>
            <a:lvl1pPr>
              <a:defRPr sz="2800" b="0">
                <a:solidFill>
                  <a:schemeClr val="bg1"/>
                </a:solidFill>
              </a:defRPr>
            </a:lvl1pPr>
          </a:lstStyle>
          <a:p>
            <a:pPr lvl="0"/>
            <a:r>
              <a:rPr lang="en-GB" dirty="0"/>
              <a:t>#</a:t>
            </a:r>
            <a:endParaRPr lang="en-US" dirty="0"/>
          </a:p>
        </p:txBody>
      </p:sp>
    </p:spTree>
    <p:extLst>
      <p:ext uri="{BB962C8B-B14F-4D97-AF65-F5344CB8AC3E}">
        <p14:creationId xmlns:p14="http://schemas.microsoft.com/office/powerpoint/2010/main" val="56000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17688CC-CF50-8B09-6349-D9EBFF6CFAF6}"/>
              </a:ext>
            </a:extLst>
          </p:cNvPr>
          <p:cNvSpPr/>
          <p:nvPr userDrawn="1"/>
        </p:nvSpPr>
        <p:spPr>
          <a:xfrm>
            <a:off x="0" y="286"/>
            <a:ext cx="12192000" cy="685771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able Placeholder 5">
            <a:extLst>
              <a:ext uri="{FF2B5EF4-FFF2-40B4-BE49-F238E27FC236}">
                <a16:creationId xmlns:a16="http://schemas.microsoft.com/office/drawing/2014/main" id="{1D5125DE-EAB9-47E1-BC95-9200E9193715}"/>
              </a:ext>
            </a:extLst>
          </p:cNvPr>
          <p:cNvSpPr>
            <a:spLocks noGrp="1"/>
          </p:cNvSpPr>
          <p:nvPr>
            <p:ph type="tbl" sz="quarter" idx="12"/>
          </p:nvPr>
        </p:nvSpPr>
        <p:spPr>
          <a:xfrm>
            <a:off x="499121" y="1628774"/>
            <a:ext cx="5616575" cy="4752975"/>
          </a:xfrm>
          <a:prstGeom prst="rect">
            <a:avLst/>
          </a:prstGeom>
        </p:spPr>
        <p:txBody>
          <a:bodyPr/>
          <a:lstStyle/>
          <a:p>
            <a:r>
              <a:rPr lang="en-GB"/>
              <a:t>Click icon to add table</a:t>
            </a:r>
            <a:endParaRPr lang="en-AU" dirty="0"/>
          </a:p>
        </p:txBody>
      </p:sp>
      <p:sp>
        <p:nvSpPr>
          <p:cNvPr id="7" name="Title 3">
            <a:extLst>
              <a:ext uri="{FF2B5EF4-FFF2-40B4-BE49-F238E27FC236}">
                <a16:creationId xmlns:a16="http://schemas.microsoft.com/office/drawing/2014/main" id="{787503C3-B6DF-DC97-7CC2-D17E823DCD1D}"/>
              </a:ext>
            </a:extLst>
          </p:cNvPr>
          <p:cNvSpPr>
            <a:spLocks noGrp="1"/>
          </p:cNvSpPr>
          <p:nvPr>
            <p:ph type="title" hasCustomPrompt="1"/>
          </p:nvPr>
        </p:nvSpPr>
        <p:spPr>
          <a:xfrm>
            <a:off x="499121" y="895344"/>
            <a:ext cx="6814219" cy="469056"/>
          </a:xfrm>
        </p:spPr>
        <p:txBody>
          <a:bodyPr/>
          <a:lstStyle>
            <a:lvl1pPr>
              <a:defRPr sz="3600"/>
            </a:lvl1pPr>
          </a:lstStyle>
          <a:p>
            <a:r>
              <a:rPr lang="en-GB" dirty="0"/>
              <a:t>Contents</a:t>
            </a:r>
            <a:endParaRPr lang="en-AU" dirty="0"/>
          </a:p>
        </p:txBody>
      </p:sp>
      <p:pic>
        <p:nvPicPr>
          <p:cNvPr id="9" name="Picture 8">
            <a:extLst>
              <a:ext uri="{FF2B5EF4-FFF2-40B4-BE49-F238E27FC236}">
                <a16:creationId xmlns:a16="http://schemas.microsoft.com/office/drawing/2014/main" id="{80E633E9-6EF0-67DF-EDBA-DD8C76BCF21D}"/>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672"/>
            <a:ext cx="1584127" cy="415357"/>
          </a:xfrm>
          <a:prstGeom prst="rect">
            <a:avLst/>
          </a:prstGeom>
        </p:spPr>
      </p:pic>
      <p:sp>
        <p:nvSpPr>
          <p:cNvPr id="12" name="Footer Placeholder 4">
            <a:extLst>
              <a:ext uri="{FF2B5EF4-FFF2-40B4-BE49-F238E27FC236}">
                <a16:creationId xmlns:a16="http://schemas.microsoft.com/office/drawing/2014/main" id="{38BAA408-E3C2-1785-01EB-39071591CA3C}"/>
              </a:ext>
            </a:extLst>
          </p:cNvPr>
          <p:cNvSpPr>
            <a:spLocks noGrp="1"/>
          </p:cNvSpPr>
          <p:nvPr>
            <p:ph type="ftr" sz="quarter" idx="17"/>
          </p:nvPr>
        </p:nvSpPr>
        <p:spPr>
          <a:xfrm>
            <a:off x="479425" y="6381750"/>
            <a:ext cx="3744913" cy="476250"/>
          </a:xfrm>
        </p:spPr>
        <p:txBody>
          <a:bodyPr/>
          <a:lstStyle/>
          <a:p>
            <a:endParaRPr lang="en-AU" dirty="0"/>
          </a:p>
        </p:txBody>
      </p:sp>
      <p:sp>
        <p:nvSpPr>
          <p:cNvPr id="13" name="Slide Number Placeholder 6">
            <a:extLst>
              <a:ext uri="{FF2B5EF4-FFF2-40B4-BE49-F238E27FC236}">
                <a16:creationId xmlns:a16="http://schemas.microsoft.com/office/drawing/2014/main" id="{74DFBF4C-8CC5-D979-7560-108442F979E6}"/>
              </a:ext>
            </a:extLst>
          </p:cNvPr>
          <p:cNvSpPr>
            <a:spLocks noGrp="1"/>
          </p:cNvSpPr>
          <p:nvPr>
            <p:ph type="sldNum" sz="quarter" idx="18"/>
          </p:nvPr>
        </p:nvSpPr>
        <p:spPr>
          <a:xfrm>
            <a:off x="11208567" y="6381750"/>
            <a:ext cx="504007" cy="476250"/>
          </a:xfrm>
        </p:spPr>
        <p:txBody>
          <a:bodyPr/>
          <a:lstStyle/>
          <a:p>
            <a:fld id="{E917DE0E-AFB1-41FD-BC35-27DB61CA125F}" type="slidenum">
              <a:rPr lang="en-AU" smtClean="0"/>
              <a:pPr/>
              <a:t>‹#›</a:t>
            </a:fld>
            <a:endParaRPr lang="en-AU" dirty="0"/>
          </a:p>
        </p:txBody>
      </p:sp>
      <p:sp>
        <p:nvSpPr>
          <p:cNvPr id="17" name="Rectangle 16">
            <a:extLst>
              <a:ext uri="{FF2B5EF4-FFF2-40B4-BE49-F238E27FC236}">
                <a16:creationId xmlns:a16="http://schemas.microsoft.com/office/drawing/2014/main" id="{60B9798F-A694-B632-320E-87B23996EA42}"/>
              </a:ext>
            </a:extLst>
          </p:cNvPr>
          <p:cNvSpPr/>
          <p:nvPr userDrawn="1"/>
        </p:nvSpPr>
        <p:spPr>
          <a:xfrm>
            <a:off x="9768408" y="152687"/>
            <a:ext cx="2423592" cy="104406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urple and pink circles&#10;&#10;AI-generated content may be incorrect.">
            <a:extLst>
              <a:ext uri="{FF2B5EF4-FFF2-40B4-BE49-F238E27FC236}">
                <a16:creationId xmlns:a16="http://schemas.microsoft.com/office/drawing/2014/main" id="{FE7F088E-A593-E0D0-876C-D0E5DE6E3A7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746379" y="476250"/>
            <a:ext cx="3962400" cy="5905500"/>
          </a:xfrm>
          <a:prstGeom prst="rect">
            <a:avLst/>
          </a:prstGeom>
        </p:spPr>
      </p:pic>
    </p:spTree>
    <p:extLst>
      <p:ext uri="{BB962C8B-B14F-4D97-AF65-F5344CB8AC3E}">
        <p14:creationId xmlns:p14="http://schemas.microsoft.com/office/powerpoint/2010/main" val="126684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rgbClr val="FF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E17441-3242-4A2B-A38D-01AD5E507AF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80469D81-322F-846D-FCF2-3F26F1B21CF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
        <p:nvSpPr>
          <p:cNvPr id="9" name="Title 1">
            <a:extLst>
              <a:ext uri="{FF2B5EF4-FFF2-40B4-BE49-F238E27FC236}">
                <a16:creationId xmlns:a16="http://schemas.microsoft.com/office/drawing/2014/main" id="{A6632C79-E6EF-8603-13B6-430F0089DA24}"/>
              </a:ext>
            </a:extLst>
          </p:cNvPr>
          <p:cNvSpPr>
            <a:spLocks noGrp="1"/>
          </p:cNvSpPr>
          <p:nvPr>
            <p:ph type="title" hasCustomPrompt="1"/>
          </p:nvPr>
        </p:nvSpPr>
        <p:spPr>
          <a:xfrm>
            <a:off x="499203" y="2636912"/>
            <a:ext cx="4529596" cy="1096862"/>
          </a:xfrm>
        </p:spPr>
        <p:txBody>
          <a:bodyPr vert="horz" lIns="0" tIns="0" rIns="0" bIns="0" rtlCol="0" anchor="t">
            <a:noAutofit/>
          </a:bodyPr>
          <a:lstStyle>
            <a:lvl1pPr>
              <a:defRPr kumimoji="0" lang="en-AU" sz="44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Divider slide </a:t>
            </a:r>
            <a:br>
              <a:rPr lang="en-US" dirty="0"/>
            </a:br>
            <a:r>
              <a:rPr lang="en-US" dirty="0"/>
              <a:t>title goes here</a:t>
            </a:r>
            <a:endParaRPr lang="en-AU" dirty="0"/>
          </a:p>
        </p:txBody>
      </p:sp>
      <p:sp>
        <p:nvSpPr>
          <p:cNvPr id="11" name="Text Placeholder 6">
            <a:extLst>
              <a:ext uri="{FF2B5EF4-FFF2-40B4-BE49-F238E27FC236}">
                <a16:creationId xmlns:a16="http://schemas.microsoft.com/office/drawing/2014/main" id="{AD6E4D25-A5E9-48E9-3262-EC46D37667CE}"/>
              </a:ext>
            </a:extLst>
          </p:cNvPr>
          <p:cNvSpPr>
            <a:spLocks noGrp="1"/>
          </p:cNvSpPr>
          <p:nvPr>
            <p:ph type="body" sz="quarter" idx="11" hasCustomPrompt="1"/>
          </p:nvPr>
        </p:nvSpPr>
        <p:spPr>
          <a:xfrm>
            <a:off x="499203" y="2132856"/>
            <a:ext cx="1780373" cy="350432"/>
          </a:xfrm>
          <a:prstGeom prst="rect">
            <a:avLst/>
          </a:prstGeom>
        </p:spPr>
        <p:txBody>
          <a:bodyPr vert="horz" wrap="square" lIns="0" tIns="0" rIns="0" bIns="0" rtlCol="0" anchor="b">
            <a:noAutofit/>
          </a:bodyPr>
          <a:lstStyle>
            <a:lvl1pPr>
              <a:defRPr lang="en-US" sz="2400" b="1" spc="0" baseline="0" dirty="0">
                <a:solidFill>
                  <a:schemeClr val="bg1"/>
                </a:solidFill>
                <a:latin typeface="+mn-lt"/>
                <a:ea typeface="+mj-ea"/>
                <a:cs typeface="+mj-cs"/>
              </a:defRPr>
            </a:lvl1pPr>
          </a:lstStyle>
          <a:p>
            <a:pPr lvl="0">
              <a:lnSpc>
                <a:spcPct val="100000"/>
              </a:lnSpc>
              <a:spcBef>
                <a:spcPct val="0"/>
              </a:spcBef>
            </a:pPr>
            <a:r>
              <a:rPr lang="en-US" dirty="0"/>
              <a:t>01</a:t>
            </a:r>
          </a:p>
        </p:txBody>
      </p:sp>
      <p:sp>
        <p:nvSpPr>
          <p:cNvPr id="2" name="Text Placeholder 6">
            <a:extLst>
              <a:ext uri="{FF2B5EF4-FFF2-40B4-BE49-F238E27FC236}">
                <a16:creationId xmlns:a16="http://schemas.microsoft.com/office/drawing/2014/main" id="{9422C64C-6E74-694B-7D11-5A95CF8ED64C}"/>
              </a:ext>
            </a:extLst>
          </p:cNvPr>
          <p:cNvSpPr>
            <a:spLocks noGrp="1"/>
          </p:cNvSpPr>
          <p:nvPr>
            <p:ph type="body" sz="quarter" idx="13" hasCustomPrompt="1"/>
          </p:nvPr>
        </p:nvSpPr>
        <p:spPr>
          <a:xfrm>
            <a:off x="7137066" y="2644009"/>
            <a:ext cx="3279414" cy="1243710"/>
          </a:xfrm>
          <a:prstGeom prst="rect">
            <a:avLst/>
          </a:prstGeom>
        </p:spPr>
        <p:txBody>
          <a:bodyPr vert="horz" wrap="square" lIns="0" tIns="0" rIns="0" bIns="0" rtlCol="0" anchor="t">
            <a:noAutofit/>
          </a:bodyPr>
          <a:lstStyle>
            <a:lvl1pPr>
              <a:defRPr lang="en-US" sz="1800" b="0" spc="0" baseline="0" dirty="0">
                <a:solidFill>
                  <a:schemeClr val="bg1"/>
                </a:solidFill>
                <a:latin typeface="+mn-lt"/>
                <a:ea typeface="+mj-ea"/>
                <a:cs typeface="+mj-cs"/>
              </a:defRPr>
            </a:lvl1pPr>
          </a:lstStyle>
          <a:p>
            <a:pPr lvl="0">
              <a:lnSpc>
                <a:spcPct val="100000"/>
              </a:lnSpc>
              <a:spcBef>
                <a:spcPct val="0"/>
              </a:spcBef>
            </a:pPr>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prae</a:t>
            </a:r>
            <a:r>
              <a:rPr lang="en-US" dirty="0"/>
              <a:t> sent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a:t>
            </a:r>
          </a:p>
        </p:txBody>
      </p:sp>
      <p:sp>
        <p:nvSpPr>
          <p:cNvPr id="3" name="Footer Placeholder 2">
            <a:extLst>
              <a:ext uri="{FF2B5EF4-FFF2-40B4-BE49-F238E27FC236}">
                <a16:creationId xmlns:a16="http://schemas.microsoft.com/office/drawing/2014/main" id="{B9E690F3-679A-987D-A1BE-4928A1F2D89C}"/>
              </a:ext>
            </a:extLst>
          </p:cNvPr>
          <p:cNvSpPr>
            <a:spLocks noGrp="1"/>
          </p:cNvSpPr>
          <p:nvPr>
            <p:ph type="ftr" sz="quarter" idx="10"/>
          </p:nvPr>
        </p:nvSpPr>
        <p:spPr>
          <a:xfrm>
            <a:off x="479425" y="6381750"/>
            <a:ext cx="3744913" cy="476250"/>
          </a:xfrm>
        </p:spPr>
        <p:txBody>
          <a:bodyPr/>
          <a:lstStyle>
            <a:lvl1pPr>
              <a:defRPr b="0">
                <a:solidFill>
                  <a:schemeClr val="bg1"/>
                </a:solidFill>
              </a:defRPr>
            </a:lvl1pPr>
          </a:lstStyle>
          <a:p>
            <a:endParaRPr lang="en-AU" dirty="0"/>
          </a:p>
        </p:txBody>
      </p:sp>
      <p:sp>
        <p:nvSpPr>
          <p:cNvPr id="5" name="Slide Number Placeholder 3">
            <a:extLst>
              <a:ext uri="{FF2B5EF4-FFF2-40B4-BE49-F238E27FC236}">
                <a16:creationId xmlns:a16="http://schemas.microsoft.com/office/drawing/2014/main" id="{FC5CF159-C5AB-8DEC-02DC-B8C41A6C02C5}"/>
              </a:ext>
            </a:extLst>
          </p:cNvPr>
          <p:cNvSpPr>
            <a:spLocks noGrp="1"/>
          </p:cNvSpPr>
          <p:nvPr>
            <p:ph type="sldNum" sz="quarter" idx="14"/>
          </p:nvPr>
        </p:nvSpPr>
        <p:spPr>
          <a:xfrm>
            <a:off x="11208567" y="6381750"/>
            <a:ext cx="504007" cy="476250"/>
          </a:xfrm>
        </p:spPr>
        <p:txBody>
          <a:bodyPr/>
          <a:lstStyle>
            <a:lvl1pPr>
              <a:defRPr>
                <a:solidFill>
                  <a:schemeClr val="bg1"/>
                </a:solidFill>
              </a:defRPr>
            </a:lvl1p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479424" y="2255224"/>
            <a:ext cx="11233149"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5" name="Text Placeholder 5">
            <a:extLst>
              <a:ext uri="{FF2B5EF4-FFF2-40B4-BE49-F238E27FC236}">
                <a16:creationId xmlns:a16="http://schemas.microsoft.com/office/drawing/2014/main" id="{243CB3D8-2629-4424-B4A4-6246A0F1B642}"/>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3CEFE01E-62B6-86EC-5B5C-F1EC7A5A19F7}"/>
              </a:ext>
            </a:extLst>
          </p:cNvPr>
          <p:cNvSpPr>
            <a:spLocks noGrp="1"/>
          </p:cNvSpPr>
          <p:nvPr>
            <p:ph sz="quarter" idx="10"/>
          </p:nvPr>
        </p:nvSpPr>
        <p:spPr>
          <a:xfrm>
            <a:off x="479425" y="2255224"/>
            <a:ext cx="5255976"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CA7C31BB-BBB5-01D3-C03A-56100B5BD603}"/>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A84F05AB-744C-B436-B6DE-9CB63807317C}"/>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6F4138E5-B1E7-1B20-8E5C-D58ECB009199}"/>
              </a:ext>
            </a:extLst>
          </p:cNvPr>
          <p:cNvSpPr>
            <a:spLocks noGrp="1"/>
          </p:cNvSpPr>
          <p:nvPr>
            <p:ph sz="quarter" idx="32"/>
          </p:nvPr>
        </p:nvSpPr>
        <p:spPr>
          <a:xfrm>
            <a:off x="6456601" y="2255224"/>
            <a:ext cx="5255976"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830ECCD8-80B1-EF49-1930-8671D36FB173}"/>
              </a:ext>
            </a:extLst>
          </p:cNvPr>
          <p:cNvSpPr>
            <a:spLocks noGrp="1"/>
          </p:cNvSpPr>
          <p:nvPr>
            <p:ph sz="quarter" idx="10"/>
          </p:nvPr>
        </p:nvSpPr>
        <p:spPr>
          <a:xfrm>
            <a:off x="479424"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D84C1955-2009-E738-2E69-5C68F22699DB}"/>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F2475E1D-FF13-4267-440E-2C862D6A53EF}"/>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7" name="Content Placeholder 9">
            <a:extLst>
              <a:ext uri="{FF2B5EF4-FFF2-40B4-BE49-F238E27FC236}">
                <a16:creationId xmlns:a16="http://schemas.microsoft.com/office/drawing/2014/main" id="{CF6E292F-64A1-B92F-821C-5D5374F553FE}"/>
              </a:ext>
            </a:extLst>
          </p:cNvPr>
          <p:cNvSpPr>
            <a:spLocks noGrp="1"/>
          </p:cNvSpPr>
          <p:nvPr>
            <p:ph sz="quarter" idx="34"/>
          </p:nvPr>
        </p:nvSpPr>
        <p:spPr>
          <a:xfrm>
            <a:off x="8124823"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Content Placeholder 9">
            <a:extLst>
              <a:ext uri="{FF2B5EF4-FFF2-40B4-BE49-F238E27FC236}">
                <a16:creationId xmlns:a16="http://schemas.microsoft.com/office/drawing/2014/main" id="{785857AA-3C69-6FBB-4A53-A62053F0C40A}"/>
              </a:ext>
            </a:extLst>
          </p:cNvPr>
          <p:cNvSpPr>
            <a:spLocks noGrp="1"/>
          </p:cNvSpPr>
          <p:nvPr>
            <p:ph sz="quarter" idx="35"/>
          </p:nvPr>
        </p:nvSpPr>
        <p:spPr>
          <a:xfrm>
            <a:off x="4384431" y="2255224"/>
            <a:ext cx="3485678"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 image + two content layout">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493988" y="1268761"/>
            <a:ext cx="3485677" cy="1799878"/>
          </a:xfrm>
        </p:spPr>
        <p:txBody>
          <a:bodyPr/>
          <a:lstStyle>
            <a:lvl1pPr>
              <a:defRPr sz="3600"/>
            </a:lvl1pPr>
          </a:lstStyle>
          <a:p>
            <a:r>
              <a:rPr lang="en-GB"/>
              <a:t>Click to edit Master title style</a:t>
            </a:r>
            <a:endParaRPr lang="en-AU" dirty="0"/>
          </a:p>
        </p:txBody>
      </p:sp>
      <p:sp>
        <p:nvSpPr>
          <p:cNvPr id="2" name="Picture Placeholder 1">
            <a:extLst>
              <a:ext uri="{FF2B5EF4-FFF2-40B4-BE49-F238E27FC236}">
                <a16:creationId xmlns:a16="http://schemas.microsoft.com/office/drawing/2014/main" id="{9205F563-7148-A4BC-065D-70F31E7CD2FD}"/>
              </a:ext>
            </a:extLst>
          </p:cNvPr>
          <p:cNvSpPr>
            <a:spLocks noGrp="1"/>
          </p:cNvSpPr>
          <p:nvPr>
            <p:ph type="pic" sz="quarter" idx="38"/>
          </p:nvPr>
        </p:nvSpPr>
        <p:spPr>
          <a:xfrm>
            <a:off x="-1" y="3501008"/>
            <a:ext cx="11712575" cy="3356992"/>
          </a:xfrm>
          <a:custGeom>
            <a:avLst/>
            <a:gdLst>
              <a:gd name="csX0" fmla="*/ 0 w 11712575"/>
              <a:gd name="csY0" fmla="*/ 0 h 3356992"/>
              <a:gd name="csX1" fmla="*/ 10448297 w 11712575"/>
              <a:gd name="csY1" fmla="*/ 0 h 3356992"/>
              <a:gd name="csX2" fmla="*/ 11712575 w 11712575"/>
              <a:gd name="csY2" fmla="*/ 1264277 h 3356992"/>
              <a:gd name="csX3" fmla="*/ 11712575 w 11712575"/>
              <a:gd name="csY3" fmla="*/ 3356992 h 3356992"/>
              <a:gd name="csX4" fmla="*/ 0 w 11712575"/>
              <a:gd name="csY4" fmla="*/ 3356992 h 3356992"/>
            </a:gdLst>
            <a:ahLst/>
            <a:cxnLst>
              <a:cxn ang="0">
                <a:pos x="csX0" y="csY0"/>
              </a:cxn>
              <a:cxn ang="0">
                <a:pos x="csX1" y="csY1"/>
              </a:cxn>
              <a:cxn ang="0">
                <a:pos x="csX2" y="csY2"/>
              </a:cxn>
              <a:cxn ang="0">
                <a:pos x="csX3" y="csY3"/>
              </a:cxn>
              <a:cxn ang="0">
                <a:pos x="csX4" y="csY4"/>
              </a:cxn>
            </a:cxnLst>
            <a:rect l="l" t="t" r="r" b="b"/>
            <a:pathLst>
              <a:path w="11712575" h="3356992">
                <a:moveTo>
                  <a:pt x="0" y="0"/>
                </a:moveTo>
                <a:lnTo>
                  <a:pt x="10448297" y="0"/>
                </a:lnTo>
                <a:cubicBezTo>
                  <a:pt x="11146539" y="0"/>
                  <a:pt x="11712575" y="566036"/>
                  <a:pt x="11712575" y="1264277"/>
                </a:cubicBezTo>
                <a:lnTo>
                  <a:pt x="11712575" y="3356992"/>
                </a:lnTo>
                <a:lnTo>
                  <a:pt x="0" y="3356992"/>
                </a:lnTo>
                <a:close/>
              </a:path>
            </a:pathLst>
          </a:custGeom>
          <a:solidFill>
            <a:schemeClr val="bg2"/>
          </a:solidFill>
        </p:spPr>
        <p:txBody>
          <a:bodyPr wrap="square">
            <a:noAutofit/>
          </a:bodyPr>
          <a:lstStyle/>
          <a:p>
            <a:r>
              <a:rPr lang="en-GB"/>
              <a:t>Click icon to add picture</a:t>
            </a:r>
            <a:endParaRPr lang="en-US"/>
          </a:p>
        </p:txBody>
      </p:sp>
      <p:sp>
        <p:nvSpPr>
          <p:cNvPr id="3" name="Content Placeholder 9">
            <a:extLst>
              <a:ext uri="{FF2B5EF4-FFF2-40B4-BE49-F238E27FC236}">
                <a16:creationId xmlns:a16="http://schemas.microsoft.com/office/drawing/2014/main" id="{ED34AD85-3B68-F6E4-2B32-A5E634C6A175}"/>
              </a:ext>
            </a:extLst>
          </p:cNvPr>
          <p:cNvSpPr>
            <a:spLocks noGrp="1"/>
          </p:cNvSpPr>
          <p:nvPr>
            <p:ph sz="quarter" idx="36"/>
          </p:nvPr>
        </p:nvSpPr>
        <p:spPr>
          <a:xfrm>
            <a:off x="8124823" y="1268760"/>
            <a:ext cx="3587751"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9">
            <a:extLst>
              <a:ext uri="{FF2B5EF4-FFF2-40B4-BE49-F238E27FC236}">
                <a16:creationId xmlns:a16="http://schemas.microsoft.com/office/drawing/2014/main" id="{A19D9DDF-5659-A8CD-1F31-621F560242E4}"/>
              </a:ext>
            </a:extLst>
          </p:cNvPr>
          <p:cNvSpPr>
            <a:spLocks noGrp="1"/>
          </p:cNvSpPr>
          <p:nvPr>
            <p:ph sz="quarter" idx="37"/>
          </p:nvPr>
        </p:nvSpPr>
        <p:spPr>
          <a:xfrm>
            <a:off x="4384431" y="1268760"/>
            <a:ext cx="3485678"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69732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 image + three content layout">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A79CCB2B-EA6A-07F3-E374-7C69E2AA4BBE}"/>
              </a:ext>
            </a:extLst>
          </p:cNvPr>
          <p:cNvSpPr>
            <a:spLocks noGrp="1"/>
          </p:cNvSpPr>
          <p:nvPr>
            <p:ph sz="quarter" idx="35"/>
          </p:nvPr>
        </p:nvSpPr>
        <p:spPr>
          <a:xfrm>
            <a:off x="479424" y="1268760"/>
            <a:ext cx="3587751"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Content Placeholder 9">
            <a:extLst>
              <a:ext uri="{FF2B5EF4-FFF2-40B4-BE49-F238E27FC236}">
                <a16:creationId xmlns:a16="http://schemas.microsoft.com/office/drawing/2014/main" id="{9DA629DB-68F8-4F09-503D-5AA9266F7E11}"/>
              </a:ext>
            </a:extLst>
          </p:cNvPr>
          <p:cNvSpPr>
            <a:spLocks noGrp="1"/>
          </p:cNvSpPr>
          <p:nvPr>
            <p:ph sz="quarter" idx="36"/>
          </p:nvPr>
        </p:nvSpPr>
        <p:spPr>
          <a:xfrm>
            <a:off x="8124823" y="1268760"/>
            <a:ext cx="3587751"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Content Placeholder 9">
            <a:extLst>
              <a:ext uri="{FF2B5EF4-FFF2-40B4-BE49-F238E27FC236}">
                <a16:creationId xmlns:a16="http://schemas.microsoft.com/office/drawing/2014/main" id="{8F0D21FF-80A7-826A-4A58-57A092E8728C}"/>
              </a:ext>
            </a:extLst>
          </p:cNvPr>
          <p:cNvSpPr>
            <a:spLocks noGrp="1"/>
          </p:cNvSpPr>
          <p:nvPr>
            <p:ph sz="quarter" idx="37"/>
          </p:nvPr>
        </p:nvSpPr>
        <p:spPr>
          <a:xfrm>
            <a:off x="4384431" y="1268760"/>
            <a:ext cx="3485678"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Picture Placeholder 15">
            <a:extLst>
              <a:ext uri="{FF2B5EF4-FFF2-40B4-BE49-F238E27FC236}">
                <a16:creationId xmlns:a16="http://schemas.microsoft.com/office/drawing/2014/main" id="{9F9256D2-F837-AC53-A987-93959E061C51}"/>
              </a:ext>
            </a:extLst>
          </p:cNvPr>
          <p:cNvSpPr>
            <a:spLocks noGrp="1"/>
          </p:cNvSpPr>
          <p:nvPr>
            <p:ph type="pic" sz="quarter" idx="38"/>
          </p:nvPr>
        </p:nvSpPr>
        <p:spPr>
          <a:xfrm>
            <a:off x="-1" y="3501008"/>
            <a:ext cx="11712575" cy="3356992"/>
          </a:xfrm>
          <a:custGeom>
            <a:avLst/>
            <a:gdLst>
              <a:gd name="csX0" fmla="*/ 0 w 11712575"/>
              <a:gd name="csY0" fmla="*/ 0 h 3356992"/>
              <a:gd name="csX1" fmla="*/ 10448297 w 11712575"/>
              <a:gd name="csY1" fmla="*/ 0 h 3356992"/>
              <a:gd name="csX2" fmla="*/ 11712575 w 11712575"/>
              <a:gd name="csY2" fmla="*/ 1264277 h 3356992"/>
              <a:gd name="csX3" fmla="*/ 11712575 w 11712575"/>
              <a:gd name="csY3" fmla="*/ 3356992 h 3356992"/>
              <a:gd name="csX4" fmla="*/ 0 w 11712575"/>
              <a:gd name="csY4" fmla="*/ 3356992 h 3356992"/>
            </a:gdLst>
            <a:ahLst/>
            <a:cxnLst>
              <a:cxn ang="0">
                <a:pos x="csX0" y="csY0"/>
              </a:cxn>
              <a:cxn ang="0">
                <a:pos x="csX1" y="csY1"/>
              </a:cxn>
              <a:cxn ang="0">
                <a:pos x="csX2" y="csY2"/>
              </a:cxn>
              <a:cxn ang="0">
                <a:pos x="csX3" y="csY3"/>
              </a:cxn>
              <a:cxn ang="0">
                <a:pos x="csX4" y="csY4"/>
              </a:cxn>
            </a:cxnLst>
            <a:rect l="l" t="t" r="r" b="b"/>
            <a:pathLst>
              <a:path w="11712575" h="3356992">
                <a:moveTo>
                  <a:pt x="0" y="0"/>
                </a:moveTo>
                <a:lnTo>
                  <a:pt x="10448297" y="0"/>
                </a:lnTo>
                <a:cubicBezTo>
                  <a:pt x="11146539" y="0"/>
                  <a:pt x="11712575" y="566036"/>
                  <a:pt x="11712575" y="1264277"/>
                </a:cubicBezTo>
                <a:lnTo>
                  <a:pt x="11712575" y="3356992"/>
                </a:lnTo>
                <a:lnTo>
                  <a:pt x="0" y="3356992"/>
                </a:ln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30659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 + two content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3F9B7C-CB28-3A90-481A-DC6BEF640652}"/>
              </a:ext>
            </a:extLst>
          </p:cNvPr>
          <p:cNvSpPr/>
          <p:nvPr userDrawn="1"/>
        </p:nvSpPr>
        <p:spPr>
          <a:xfrm>
            <a:off x="0" y="286"/>
            <a:ext cx="12192000" cy="685771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30F3E36A-4EBF-47B9-BCC1-75D2781A09ED}"/>
              </a:ext>
            </a:extLst>
          </p:cNvPr>
          <p:cNvSpPr>
            <a:spLocks noGrp="1"/>
          </p:cNvSpPr>
          <p:nvPr>
            <p:ph sz="quarter" idx="36"/>
          </p:nvPr>
        </p:nvSpPr>
        <p:spPr>
          <a:xfrm>
            <a:off x="8124823" y="1484784"/>
            <a:ext cx="3587751" cy="453650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Content Placeholder 9">
            <a:extLst>
              <a:ext uri="{FF2B5EF4-FFF2-40B4-BE49-F238E27FC236}">
                <a16:creationId xmlns:a16="http://schemas.microsoft.com/office/drawing/2014/main" id="{003AB8B9-705D-9EB6-61DF-4A1C6194F059}"/>
              </a:ext>
            </a:extLst>
          </p:cNvPr>
          <p:cNvSpPr>
            <a:spLocks noGrp="1"/>
          </p:cNvSpPr>
          <p:nvPr>
            <p:ph sz="quarter" idx="37"/>
          </p:nvPr>
        </p:nvSpPr>
        <p:spPr>
          <a:xfrm>
            <a:off x="4384431" y="1484784"/>
            <a:ext cx="3485678" cy="453650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itle 3">
            <a:extLst>
              <a:ext uri="{FF2B5EF4-FFF2-40B4-BE49-F238E27FC236}">
                <a16:creationId xmlns:a16="http://schemas.microsoft.com/office/drawing/2014/main" id="{243997FD-E4BE-6666-7605-3DC69034BDB3}"/>
              </a:ext>
            </a:extLst>
          </p:cNvPr>
          <p:cNvSpPr>
            <a:spLocks noGrp="1"/>
          </p:cNvSpPr>
          <p:nvPr>
            <p:ph type="title"/>
          </p:nvPr>
        </p:nvSpPr>
        <p:spPr>
          <a:xfrm>
            <a:off x="493988" y="1484785"/>
            <a:ext cx="3585888" cy="1368077"/>
          </a:xfrm>
        </p:spPr>
        <p:txBody>
          <a:bodyPr/>
          <a:lstStyle>
            <a:lvl1pPr>
              <a:defRPr sz="3600"/>
            </a:lvl1pPr>
          </a:lstStyle>
          <a:p>
            <a:r>
              <a:rPr lang="en-GB"/>
              <a:t>Click to edit Master title style</a:t>
            </a:r>
            <a:endParaRPr lang="en-AU" dirty="0"/>
          </a:p>
        </p:txBody>
      </p:sp>
      <p:sp>
        <p:nvSpPr>
          <p:cNvPr id="7" name="Text Placeholder 5">
            <a:extLst>
              <a:ext uri="{FF2B5EF4-FFF2-40B4-BE49-F238E27FC236}">
                <a16:creationId xmlns:a16="http://schemas.microsoft.com/office/drawing/2014/main" id="{508CD5B7-3BBA-3A3A-0CFF-D990A76AA2FD}"/>
              </a:ext>
            </a:extLst>
          </p:cNvPr>
          <p:cNvSpPr>
            <a:spLocks noGrp="1"/>
          </p:cNvSpPr>
          <p:nvPr>
            <p:ph type="body" sz="quarter" idx="31" hasCustomPrompt="1"/>
          </p:nvPr>
        </p:nvSpPr>
        <p:spPr>
          <a:xfrm>
            <a:off x="479425" y="3284662"/>
            <a:ext cx="3744914" cy="2736626"/>
          </a:xfrm>
          <a:prstGeom prst="rect">
            <a:avLst/>
          </a:prstGeom>
        </p:spPr>
        <p:txBody>
          <a:bodyPr>
            <a:noAutofit/>
          </a:bodyPr>
          <a:lstStyle>
            <a:lvl1pPr>
              <a:lnSpc>
                <a:spcPct val="100000"/>
              </a:lnSpc>
              <a:defRPr sz="1600" b="1">
                <a:solidFill>
                  <a:schemeClr val="accent1"/>
                </a:solidFill>
              </a:defRPr>
            </a:lvl1pPr>
            <a:lvl2pPr marL="612" indent="0">
              <a:buNone/>
              <a:defRPr/>
            </a:lvl2pPr>
          </a:lstStyle>
          <a:p>
            <a:pPr lvl="0"/>
            <a:r>
              <a:rPr lang="en-US" dirty="0"/>
              <a:t>[Subtitle]</a:t>
            </a:r>
          </a:p>
        </p:txBody>
      </p:sp>
      <p:pic>
        <p:nvPicPr>
          <p:cNvPr id="10" name="Picture 9">
            <a:extLst>
              <a:ext uri="{FF2B5EF4-FFF2-40B4-BE49-F238E27FC236}">
                <a16:creationId xmlns:a16="http://schemas.microsoft.com/office/drawing/2014/main" id="{A4CBF3F8-121A-7C93-0AA4-68702D146F2A}"/>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672"/>
            <a:ext cx="1584127" cy="415357"/>
          </a:xfrm>
          <a:prstGeom prst="rect">
            <a:avLst/>
          </a:prstGeom>
        </p:spPr>
      </p:pic>
    </p:spTree>
    <p:extLst>
      <p:ext uri="{BB962C8B-B14F-4D97-AF65-F5344CB8AC3E}">
        <p14:creationId xmlns:p14="http://schemas.microsoft.com/office/powerpoint/2010/main" val="26769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cons + two contents">
    <p:spTree>
      <p:nvGrpSpPr>
        <p:cNvPr id="1" name=""/>
        <p:cNvGrpSpPr/>
        <p:nvPr/>
      </p:nvGrpSpPr>
      <p:grpSpPr>
        <a:xfrm>
          <a:off x="0" y="0"/>
          <a:ext cx="0" cy="0"/>
          <a:chOff x="0" y="0"/>
          <a:chExt cx="0" cy="0"/>
        </a:xfrm>
      </p:grpSpPr>
      <p:sp>
        <p:nvSpPr>
          <p:cNvPr id="12" name="Round Single Corner of Rectangle 11">
            <a:extLst>
              <a:ext uri="{FF2B5EF4-FFF2-40B4-BE49-F238E27FC236}">
                <a16:creationId xmlns:a16="http://schemas.microsoft.com/office/drawing/2014/main" id="{832EEB49-E3E8-2949-364A-7A731489AEFA}"/>
              </a:ext>
            </a:extLst>
          </p:cNvPr>
          <p:cNvSpPr/>
          <p:nvPr userDrawn="1"/>
        </p:nvSpPr>
        <p:spPr>
          <a:xfrm flipH="1" flipV="1">
            <a:off x="8124826" y="0"/>
            <a:ext cx="4067173" cy="6858000"/>
          </a:xfrm>
          <a:prstGeom prst="round1Rect">
            <a:avLst>
              <a:gd name="adj" fmla="val 36146"/>
            </a:avLst>
          </a:prstGeom>
          <a:gradFill>
            <a:gsLst>
              <a:gs pos="0">
                <a:schemeClr val="accent2"/>
              </a:gs>
              <a:gs pos="49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hasCustomPrompt="1"/>
          </p:nvPr>
        </p:nvSpPr>
        <p:spPr>
          <a:xfrm>
            <a:off x="9192295" y="1565276"/>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1" name="Content Placeholder 9">
            <a:extLst>
              <a:ext uri="{FF2B5EF4-FFF2-40B4-BE49-F238E27FC236}">
                <a16:creationId xmlns:a16="http://schemas.microsoft.com/office/drawing/2014/main" id="{AF32EBB3-7E44-468B-BEFB-9B255A6F1EB8}"/>
              </a:ext>
            </a:extLst>
          </p:cNvPr>
          <p:cNvSpPr>
            <a:spLocks noGrp="1"/>
          </p:cNvSpPr>
          <p:nvPr>
            <p:ph sz="quarter" idx="34" hasCustomPrompt="1"/>
          </p:nvPr>
        </p:nvSpPr>
        <p:spPr>
          <a:xfrm>
            <a:off x="9192295" y="2781291"/>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2" name="Content Placeholder 9">
            <a:extLst>
              <a:ext uri="{FF2B5EF4-FFF2-40B4-BE49-F238E27FC236}">
                <a16:creationId xmlns:a16="http://schemas.microsoft.com/office/drawing/2014/main" id="{0B41B234-B4D0-4D79-AEB1-C98A1F8CCE58}"/>
              </a:ext>
            </a:extLst>
          </p:cNvPr>
          <p:cNvSpPr>
            <a:spLocks noGrp="1"/>
          </p:cNvSpPr>
          <p:nvPr>
            <p:ph sz="quarter" idx="35" hasCustomPrompt="1"/>
          </p:nvPr>
        </p:nvSpPr>
        <p:spPr>
          <a:xfrm>
            <a:off x="9192295" y="3997306"/>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3" name="Content Placeholder 9">
            <a:extLst>
              <a:ext uri="{FF2B5EF4-FFF2-40B4-BE49-F238E27FC236}">
                <a16:creationId xmlns:a16="http://schemas.microsoft.com/office/drawing/2014/main" id="{0D058AAA-CC5E-4EB4-8A66-630C36AEA6A3}"/>
              </a:ext>
            </a:extLst>
          </p:cNvPr>
          <p:cNvSpPr>
            <a:spLocks noGrp="1"/>
          </p:cNvSpPr>
          <p:nvPr>
            <p:ph sz="quarter" idx="36" hasCustomPrompt="1"/>
          </p:nvPr>
        </p:nvSpPr>
        <p:spPr>
          <a:xfrm>
            <a:off x="9192295" y="5213321"/>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4" name="Content Placeholder 12">
            <a:extLst>
              <a:ext uri="{FF2B5EF4-FFF2-40B4-BE49-F238E27FC236}">
                <a16:creationId xmlns:a16="http://schemas.microsoft.com/office/drawing/2014/main" id="{4D2AB6EC-9563-4A3F-B32C-5B6C8DECC827}"/>
              </a:ext>
            </a:extLst>
          </p:cNvPr>
          <p:cNvSpPr>
            <a:spLocks noGrp="1"/>
          </p:cNvSpPr>
          <p:nvPr>
            <p:ph sz="quarter" idx="12" hasCustomPrompt="1"/>
          </p:nvPr>
        </p:nvSpPr>
        <p:spPr>
          <a:xfrm>
            <a:off x="8688162" y="156527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5" name="Content Placeholder 12">
            <a:extLst>
              <a:ext uri="{FF2B5EF4-FFF2-40B4-BE49-F238E27FC236}">
                <a16:creationId xmlns:a16="http://schemas.microsoft.com/office/drawing/2014/main" id="{4ABE180E-CFFE-4CAE-A73A-A88BD1BEE804}"/>
              </a:ext>
            </a:extLst>
          </p:cNvPr>
          <p:cNvSpPr>
            <a:spLocks noGrp="1"/>
          </p:cNvSpPr>
          <p:nvPr>
            <p:ph sz="quarter" idx="37" hasCustomPrompt="1"/>
          </p:nvPr>
        </p:nvSpPr>
        <p:spPr>
          <a:xfrm>
            <a:off x="8688162" y="278129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6" name="Content Placeholder 12">
            <a:extLst>
              <a:ext uri="{FF2B5EF4-FFF2-40B4-BE49-F238E27FC236}">
                <a16:creationId xmlns:a16="http://schemas.microsoft.com/office/drawing/2014/main" id="{ECD62701-D54F-4D35-A337-33AE67BB7307}"/>
              </a:ext>
            </a:extLst>
          </p:cNvPr>
          <p:cNvSpPr>
            <a:spLocks noGrp="1"/>
          </p:cNvSpPr>
          <p:nvPr>
            <p:ph sz="quarter" idx="38" hasCustomPrompt="1"/>
          </p:nvPr>
        </p:nvSpPr>
        <p:spPr>
          <a:xfrm>
            <a:off x="8688162" y="399730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7" name="Content Placeholder 12">
            <a:extLst>
              <a:ext uri="{FF2B5EF4-FFF2-40B4-BE49-F238E27FC236}">
                <a16:creationId xmlns:a16="http://schemas.microsoft.com/office/drawing/2014/main" id="{3CA48A95-C256-4238-BDF0-2E7279624AEB}"/>
              </a:ext>
            </a:extLst>
          </p:cNvPr>
          <p:cNvSpPr>
            <a:spLocks noGrp="1"/>
          </p:cNvSpPr>
          <p:nvPr>
            <p:ph sz="quarter" idx="39" hasCustomPrompt="1"/>
          </p:nvPr>
        </p:nvSpPr>
        <p:spPr>
          <a:xfrm>
            <a:off x="8688162" y="521332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 name="Content Placeholder 9">
            <a:extLst>
              <a:ext uri="{FF2B5EF4-FFF2-40B4-BE49-F238E27FC236}">
                <a16:creationId xmlns:a16="http://schemas.microsoft.com/office/drawing/2014/main" id="{5276696D-8D14-4585-9604-5A008488CFB1}"/>
              </a:ext>
            </a:extLst>
          </p:cNvPr>
          <p:cNvSpPr>
            <a:spLocks noGrp="1"/>
          </p:cNvSpPr>
          <p:nvPr>
            <p:ph sz="quarter" idx="40"/>
          </p:nvPr>
        </p:nvSpPr>
        <p:spPr>
          <a:xfrm>
            <a:off x="479424"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A4EB503B-F620-32DF-36DF-10A7FBA9BE5D}"/>
              </a:ext>
            </a:extLst>
          </p:cNvPr>
          <p:cNvSpPr>
            <a:spLocks noGrp="1"/>
          </p:cNvSpPr>
          <p:nvPr>
            <p:ph type="title"/>
          </p:nvPr>
        </p:nvSpPr>
        <p:spPr>
          <a:xfrm>
            <a:off x="479424" y="895344"/>
            <a:ext cx="7390685" cy="469056"/>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806F8CCC-8CBE-E992-6E21-C9AB4B1A3469}"/>
              </a:ext>
            </a:extLst>
          </p:cNvPr>
          <p:cNvSpPr>
            <a:spLocks noGrp="1"/>
          </p:cNvSpPr>
          <p:nvPr>
            <p:ph type="body" sz="quarter" idx="31" hasCustomPrompt="1"/>
          </p:nvPr>
        </p:nvSpPr>
        <p:spPr>
          <a:xfrm>
            <a:off x="479424" y="1573248"/>
            <a:ext cx="7390685"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7" name="Content Placeholder 9">
            <a:extLst>
              <a:ext uri="{FF2B5EF4-FFF2-40B4-BE49-F238E27FC236}">
                <a16:creationId xmlns:a16="http://schemas.microsoft.com/office/drawing/2014/main" id="{7BA7640B-B8AC-33C0-35DA-CEEFFC9B8211}"/>
              </a:ext>
            </a:extLst>
          </p:cNvPr>
          <p:cNvSpPr>
            <a:spLocks noGrp="1"/>
          </p:cNvSpPr>
          <p:nvPr>
            <p:ph sz="quarter" idx="41"/>
          </p:nvPr>
        </p:nvSpPr>
        <p:spPr>
          <a:xfrm>
            <a:off x="4384431" y="2255224"/>
            <a:ext cx="3485678"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4">
            <a:extLst>
              <a:ext uri="{FF2B5EF4-FFF2-40B4-BE49-F238E27FC236}">
                <a16:creationId xmlns:a16="http://schemas.microsoft.com/office/drawing/2014/main" id="{60798AF3-3C99-5F49-CB7E-1E0E7D35FFCE}"/>
              </a:ext>
            </a:extLst>
          </p:cNvPr>
          <p:cNvSpPr>
            <a:spLocks noGrp="1"/>
          </p:cNvSpPr>
          <p:nvPr>
            <p:ph type="ftr" sz="quarter" idx="17"/>
          </p:nvPr>
        </p:nvSpPr>
        <p:spPr>
          <a:xfrm>
            <a:off x="479425" y="6381750"/>
            <a:ext cx="3744913" cy="476250"/>
          </a:xfrm>
        </p:spPr>
        <p:txBody>
          <a:bodyPr/>
          <a:lstStyle/>
          <a:p>
            <a:endParaRPr lang="en-AU" dirty="0"/>
          </a:p>
        </p:txBody>
      </p:sp>
      <p:sp>
        <p:nvSpPr>
          <p:cNvPr id="9" name="Slide Number Placeholder 6">
            <a:extLst>
              <a:ext uri="{FF2B5EF4-FFF2-40B4-BE49-F238E27FC236}">
                <a16:creationId xmlns:a16="http://schemas.microsoft.com/office/drawing/2014/main" id="{FDF27665-A294-1EA5-FA10-A5E2C8A9E5EC}"/>
              </a:ext>
            </a:extLst>
          </p:cNvPr>
          <p:cNvSpPr>
            <a:spLocks noGrp="1"/>
          </p:cNvSpPr>
          <p:nvPr>
            <p:ph type="sldNum" sz="quarter" idx="18"/>
          </p:nvPr>
        </p:nvSpPr>
        <p:spPr>
          <a:xfrm>
            <a:off x="11208567" y="6381750"/>
            <a:ext cx="504007" cy="476250"/>
          </a:xfrm>
        </p:spPr>
        <p:txBody>
          <a:bodyPr/>
          <a:lstStyle>
            <a:lvl1pPr>
              <a:defRPr>
                <a:solidFill>
                  <a:schemeClr val="bg1"/>
                </a:solidFill>
              </a:defRPr>
            </a:lvl1pPr>
          </a:lstStyle>
          <a:p>
            <a:fld id="{E917DE0E-AFB1-41FD-BC35-27DB61CA125F}" type="slidenum">
              <a:rPr lang="en-AU" smtClean="0"/>
              <a:pPr/>
              <a:t>‹#›</a:t>
            </a:fld>
            <a:endParaRPr lang="en-AU" dirty="0"/>
          </a:p>
        </p:txBody>
      </p:sp>
      <p:pic>
        <p:nvPicPr>
          <p:cNvPr id="13" name="Picture 12">
            <a:extLst>
              <a:ext uri="{FF2B5EF4-FFF2-40B4-BE49-F238E27FC236}">
                <a16:creationId xmlns:a16="http://schemas.microsoft.com/office/drawing/2014/main" id="{95A66DC6-E98D-4EB4-3BE2-DBD96355BA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Tree>
    <p:extLst>
      <p:ext uri="{BB962C8B-B14F-4D97-AF65-F5344CB8AC3E}">
        <p14:creationId xmlns:p14="http://schemas.microsoft.com/office/powerpoint/2010/main" val="21730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EC2D33F-D887-4527-98FE-88AEA004A9AE}"/>
              </a:ext>
            </a:extLst>
          </p:cNvPr>
          <p:cNvSpPr>
            <a:spLocks noGrp="1"/>
          </p:cNvSpPr>
          <p:nvPr>
            <p:ph sz="quarter" idx="10" hasCustomPrompt="1"/>
          </p:nvPr>
        </p:nvSpPr>
        <p:spPr>
          <a:xfrm>
            <a:off x="479424" y="2703338"/>
            <a:ext cx="5312503" cy="367841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20" name="Content Placeholder 9">
            <a:extLst>
              <a:ext uri="{FF2B5EF4-FFF2-40B4-BE49-F238E27FC236}">
                <a16:creationId xmlns:a16="http://schemas.microsoft.com/office/drawing/2014/main" id="{4C22DC31-C022-4D35-A4CA-01E2EE12CEB3}"/>
              </a:ext>
            </a:extLst>
          </p:cNvPr>
          <p:cNvSpPr>
            <a:spLocks noGrp="1"/>
          </p:cNvSpPr>
          <p:nvPr>
            <p:ph sz="quarter" idx="32" hasCustomPrompt="1"/>
          </p:nvPr>
        </p:nvSpPr>
        <p:spPr>
          <a:xfrm>
            <a:off x="483074" y="2247504"/>
            <a:ext cx="5322251"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
        <p:nvSpPr>
          <p:cNvPr id="3" name="Title 3">
            <a:extLst>
              <a:ext uri="{FF2B5EF4-FFF2-40B4-BE49-F238E27FC236}">
                <a16:creationId xmlns:a16="http://schemas.microsoft.com/office/drawing/2014/main" id="{99117C5C-8131-4EBC-FB2F-515A84B94115}"/>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94ED851F-A74B-8BEB-BD56-328B63E755C0}"/>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DD4130B3-A21B-BC5E-65C5-C4114440B1F1}"/>
              </a:ext>
            </a:extLst>
          </p:cNvPr>
          <p:cNvSpPr>
            <a:spLocks noGrp="1"/>
          </p:cNvSpPr>
          <p:nvPr>
            <p:ph sz="quarter" idx="33" hasCustomPrompt="1"/>
          </p:nvPr>
        </p:nvSpPr>
        <p:spPr>
          <a:xfrm>
            <a:off x="6386677" y="2703338"/>
            <a:ext cx="5312503" cy="367841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6" name="Content Placeholder 9">
            <a:extLst>
              <a:ext uri="{FF2B5EF4-FFF2-40B4-BE49-F238E27FC236}">
                <a16:creationId xmlns:a16="http://schemas.microsoft.com/office/drawing/2014/main" id="{BFA429BF-02FC-9EB2-8DE8-364B75C4DCF9}"/>
              </a:ext>
            </a:extLst>
          </p:cNvPr>
          <p:cNvSpPr>
            <a:spLocks noGrp="1"/>
          </p:cNvSpPr>
          <p:nvPr>
            <p:ph sz="quarter" idx="34" hasCustomPrompt="1"/>
          </p:nvPr>
        </p:nvSpPr>
        <p:spPr>
          <a:xfrm>
            <a:off x="6390327" y="2247504"/>
            <a:ext cx="5322251"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E77EF712-8DED-4A52-BD51-103375D11B54}"/>
              </a:ext>
            </a:extLst>
          </p:cNvPr>
          <p:cNvSpPr>
            <a:spLocks noGrp="1"/>
          </p:cNvSpPr>
          <p:nvPr>
            <p:ph sz="quarter" idx="10"/>
          </p:nvPr>
        </p:nvSpPr>
        <p:spPr>
          <a:xfrm>
            <a:off x="479424" y="2247504"/>
            <a:ext cx="11233150" cy="190157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GB"/>
              <a:t>Click to edit Master text styles</a:t>
            </a:r>
          </a:p>
        </p:txBody>
      </p:sp>
      <p:sp>
        <p:nvSpPr>
          <p:cNvPr id="3" name="Title 3">
            <a:extLst>
              <a:ext uri="{FF2B5EF4-FFF2-40B4-BE49-F238E27FC236}">
                <a16:creationId xmlns:a16="http://schemas.microsoft.com/office/drawing/2014/main" id="{C8BC80DF-B4A1-B427-757B-C8F10AB64220}"/>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EBF508D1-ECA5-3CA6-0BF5-15748D904F8E}"/>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6" name="Content Placeholder 9">
            <a:extLst>
              <a:ext uri="{FF2B5EF4-FFF2-40B4-BE49-F238E27FC236}">
                <a16:creationId xmlns:a16="http://schemas.microsoft.com/office/drawing/2014/main" id="{E8EA84CA-9C46-6B04-A550-7D02537DA968}"/>
              </a:ext>
            </a:extLst>
          </p:cNvPr>
          <p:cNvSpPr>
            <a:spLocks noGrp="1"/>
          </p:cNvSpPr>
          <p:nvPr>
            <p:ph sz="quarter" idx="34"/>
          </p:nvPr>
        </p:nvSpPr>
        <p:spPr>
          <a:xfrm>
            <a:off x="479424" y="4480174"/>
            <a:ext cx="11233150" cy="190157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GB"/>
              <a:t>Click to edit Master text styles</a:t>
            </a:r>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17109590-4252-2C31-19EF-25F6AD987363}"/>
              </a:ext>
            </a:extLst>
          </p:cNvPr>
          <p:cNvSpPr>
            <a:spLocks noGrp="1"/>
          </p:cNvSpPr>
          <p:nvPr>
            <p:ph sz="quarter" idx="10"/>
          </p:nvPr>
        </p:nvSpPr>
        <p:spPr>
          <a:xfrm>
            <a:off x="479424"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2CE408F5-62CC-4EB4-5FDD-927F021AC4F3}"/>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9D91BB3C-538D-90D4-3CED-E09116993DB5}"/>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6" name="Content Placeholder 9">
            <a:extLst>
              <a:ext uri="{FF2B5EF4-FFF2-40B4-BE49-F238E27FC236}">
                <a16:creationId xmlns:a16="http://schemas.microsoft.com/office/drawing/2014/main" id="{86750F02-6810-AFC6-7EB5-8805498279DB}"/>
              </a:ext>
            </a:extLst>
          </p:cNvPr>
          <p:cNvSpPr>
            <a:spLocks noGrp="1"/>
          </p:cNvSpPr>
          <p:nvPr>
            <p:ph sz="quarter" idx="35"/>
          </p:nvPr>
        </p:nvSpPr>
        <p:spPr>
          <a:xfrm>
            <a:off x="4384430" y="2255224"/>
            <a:ext cx="7328143"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C11E16D7-E5EB-37A0-5AD9-2394356E3865}"/>
              </a:ext>
            </a:extLst>
          </p:cNvPr>
          <p:cNvSpPr>
            <a:spLocks noGrp="1"/>
          </p:cNvSpPr>
          <p:nvPr>
            <p:ph sz="quarter" idx="10"/>
          </p:nvPr>
        </p:nvSpPr>
        <p:spPr>
          <a:xfrm>
            <a:off x="479424" y="2255224"/>
            <a:ext cx="7390685"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D0AA8668-06C8-FA91-21F0-BE6E9CE86882}"/>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CA358A85-0EFD-E04C-E56D-736FED2D7235}"/>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C84ACD41-4423-E11C-E6D4-A1AB88C254DD}"/>
              </a:ext>
            </a:extLst>
          </p:cNvPr>
          <p:cNvSpPr>
            <a:spLocks noGrp="1"/>
          </p:cNvSpPr>
          <p:nvPr>
            <p:ph sz="quarter" idx="34"/>
          </p:nvPr>
        </p:nvSpPr>
        <p:spPr>
          <a:xfrm>
            <a:off x="8124823"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5" name="Picture Placeholder 22">
            <a:extLst>
              <a:ext uri="{FF2B5EF4-FFF2-40B4-BE49-F238E27FC236}">
                <a16:creationId xmlns:a16="http://schemas.microsoft.com/office/drawing/2014/main" id="{DA8FC85D-D8A3-881C-1F52-364C4980DC1A}"/>
              </a:ext>
            </a:extLst>
          </p:cNvPr>
          <p:cNvSpPr>
            <a:spLocks noGrp="1"/>
          </p:cNvSpPr>
          <p:nvPr>
            <p:ph type="pic" sz="quarter" idx="10" hasCustomPrompt="1"/>
          </p:nvPr>
        </p:nvSpPr>
        <p:spPr>
          <a:xfrm>
            <a:off x="0" y="8181528"/>
            <a:ext cx="12192000" cy="6381751"/>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16" name="Freeform 15">
            <a:extLst>
              <a:ext uri="{FF2B5EF4-FFF2-40B4-BE49-F238E27FC236}">
                <a16:creationId xmlns:a16="http://schemas.microsoft.com/office/drawing/2014/main" id="{ABC66E0C-5E5E-C471-C0DD-5A0908B6090B}"/>
              </a:ext>
            </a:extLst>
          </p:cNvPr>
          <p:cNvSpPr/>
          <p:nvPr userDrawn="1"/>
        </p:nvSpPr>
        <p:spPr>
          <a:xfrm flipV="1">
            <a:off x="-2" y="-2"/>
            <a:ext cx="4224339" cy="6381750"/>
          </a:xfrm>
          <a:custGeom>
            <a:avLst/>
            <a:gdLst>
              <a:gd name="csX0" fmla="*/ 0 w 4224339"/>
              <a:gd name="csY0" fmla="*/ 6381750 h 6381750"/>
              <a:gd name="csX1" fmla="*/ 4224339 w 4224339"/>
              <a:gd name="csY1" fmla="*/ 6381750 h 6381750"/>
              <a:gd name="csX2" fmla="*/ 4224339 w 4224339"/>
              <a:gd name="csY2" fmla="*/ 1526928 h 6381750"/>
              <a:gd name="csX3" fmla="*/ 2853529 w 4224339"/>
              <a:gd name="csY3" fmla="*/ 7881 h 6381750"/>
              <a:gd name="csX4" fmla="*/ 2697449 w 4224339"/>
              <a:gd name="csY4" fmla="*/ 0 h 6381750"/>
              <a:gd name="csX5" fmla="*/ 0 w 4224339"/>
              <a:gd name="csY5" fmla="*/ 0 h 6381750"/>
              <a:gd name="csX6" fmla="*/ 0 w 4224339"/>
              <a:gd name="csY6" fmla="*/ 6381750 h 63817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24339" h="6381750">
                <a:moveTo>
                  <a:pt x="0" y="6381750"/>
                </a:moveTo>
                <a:lnTo>
                  <a:pt x="4224339" y="6381750"/>
                </a:lnTo>
                <a:lnTo>
                  <a:pt x="4224339" y="1526928"/>
                </a:lnTo>
                <a:cubicBezTo>
                  <a:pt x="4224339" y="736334"/>
                  <a:pt x="3623492" y="86076"/>
                  <a:pt x="2853529" y="7881"/>
                </a:cubicBezTo>
                <a:lnTo>
                  <a:pt x="2697449" y="0"/>
                </a:lnTo>
                <a:lnTo>
                  <a:pt x="0" y="0"/>
                </a:lnTo>
                <a:lnTo>
                  <a:pt x="0" y="638175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FCB796C-2145-4E36-9CCD-4A6E104CD86A}"/>
              </a:ext>
            </a:extLst>
          </p:cNvPr>
          <p:cNvSpPr>
            <a:spLocks noGrp="1"/>
          </p:cNvSpPr>
          <p:nvPr>
            <p:ph type="title"/>
          </p:nvPr>
        </p:nvSpPr>
        <p:spPr>
          <a:xfrm>
            <a:off x="479424" y="891198"/>
            <a:ext cx="3312320" cy="1241658"/>
          </a:xfrm>
        </p:spPr>
        <p:txBody>
          <a:bodyPr anchor="t">
            <a:noAutofit/>
          </a:bodyPr>
          <a:lstStyle>
            <a:lvl1pPr>
              <a:defRPr sz="3600"/>
            </a:lvl1pPr>
          </a:lstStyle>
          <a:p>
            <a:r>
              <a:rPr lang="en-GB">
                <a:solidFill>
                  <a:schemeClr val="bg1"/>
                </a:solidFill>
              </a:rPr>
              <a:t>Click to edit Master title style</a:t>
            </a:r>
            <a:endParaRPr lang="en-AU" dirty="0">
              <a:solidFill>
                <a:schemeClr val="bg1"/>
              </a:solidFill>
            </a:endParaRPr>
          </a:p>
        </p:txBody>
      </p:sp>
      <p:sp>
        <p:nvSpPr>
          <p:cNvPr id="9" name="Footer Placeholder 7">
            <a:extLst>
              <a:ext uri="{FF2B5EF4-FFF2-40B4-BE49-F238E27FC236}">
                <a16:creationId xmlns:a16="http://schemas.microsoft.com/office/drawing/2014/main" id="{E97D5DBB-B4A6-4BEC-5ACC-FD2EA2AE3FAA}"/>
              </a:ext>
            </a:extLst>
          </p:cNvPr>
          <p:cNvSpPr>
            <a:spLocks noGrp="1"/>
          </p:cNvSpPr>
          <p:nvPr>
            <p:ph type="ftr" sz="quarter" idx="17"/>
          </p:nvPr>
        </p:nvSpPr>
        <p:spPr>
          <a:xfrm>
            <a:off x="479425" y="6381750"/>
            <a:ext cx="3744913" cy="476250"/>
          </a:xfrm>
        </p:spPr>
        <p:txBody>
          <a:bodyPr/>
          <a:lstStyle/>
          <a:p>
            <a:endParaRPr lang="en-AU" dirty="0"/>
          </a:p>
        </p:txBody>
      </p:sp>
      <p:sp>
        <p:nvSpPr>
          <p:cNvPr id="10" name="Slide Number Placeholder 11">
            <a:extLst>
              <a:ext uri="{FF2B5EF4-FFF2-40B4-BE49-F238E27FC236}">
                <a16:creationId xmlns:a16="http://schemas.microsoft.com/office/drawing/2014/main" id="{D65D4F27-BE5A-565C-2DAE-B92AC6727CC2}"/>
              </a:ext>
            </a:extLst>
          </p:cNvPr>
          <p:cNvSpPr>
            <a:spLocks noGrp="1"/>
          </p:cNvSpPr>
          <p:nvPr>
            <p:ph type="sldNum" sz="quarter" idx="18"/>
          </p:nvPr>
        </p:nvSpPr>
        <p:spPr>
          <a:xfrm>
            <a:off x="11208567" y="6381750"/>
            <a:ext cx="504007" cy="476250"/>
          </a:xfrm>
        </p:spPr>
        <p:txBody>
          <a:bodyPr/>
          <a:lstStyle/>
          <a:p>
            <a:fld id="{E917DE0E-AFB1-41FD-BC35-27DB61CA125F}" type="slidenum">
              <a:rPr lang="en-AU" smtClean="0"/>
              <a:pPr/>
              <a:t>‹#›</a:t>
            </a:fld>
            <a:endParaRPr lang="en-AU" dirty="0"/>
          </a:p>
        </p:txBody>
      </p:sp>
      <p:sp>
        <p:nvSpPr>
          <p:cNvPr id="19" name="Picture Placeholder 18">
            <a:extLst>
              <a:ext uri="{FF2B5EF4-FFF2-40B4-BE49-F238E27FC236}">
                <a16:creationId xmlns:a16="http://schemas.microsoft.com/office/drawing/2014/main" id="{AA6C279F-EDA7-57F0-098A-A5B1F80205ED}"/>
              </a:ext>
            </a:extLst>
          </p:cNvPr>
          <p:cNvSpPr>
            <a:spLocks noGrp="1"/>
          </p:cNvSpPr>
          <p:nvPr>
            <p:ph type="pic" sz="quarter" idx="20"/>
          </p:nvPr>
        </p:nvSpPr>
        <p:spPr>
          <a:xfrm>
            <a:off x="-9974" y="0"/>
            <a:ext cx="12191999" cy="6381751"/>
          </a:xfrm>
          <a:custGeom>
            <a:avLst/>
            <a:gdLst>
              <a:gd name="csX0" fmla="*/ 0 w 12191999"/>
              <a:gd name="csY0" fmla="*/ 0 h 6381751"/>
              <a:gd name="csX1" fmla="*/ 12191999 w 12191999"/>
              <a:gd name="csY1" fmla="*/ 0 h 6381751"/>
              <a:gd name="csX2" fmla="*/ 12191999 w 12191999"/>
              <a:gd name="csY2" fmla="*/ 6381751 h 6381751"/>
              <a:gd name="csX3" fmla="*/ 2697451 w 12191999"/>
              <a:gd name="csY3" fmla="*/ 6381751 h 6381751"/>
              <a:gd name="csX4" fmla="*/ 2853531 w 12191999"/>
              <a:gd name="csY4" fmla="*/ 6373870 h 6381751"/>
              <a:gd name="csX5" fmla="*/ 4224342 w 12191999"/>
              <a:gd name="csY5" fmla="*/ 4854823 h 6381751"/>
              <a:gd name="csX6" fmla="*/ 4224342 w 12191999"/>
              <a:gd name="csY6" fmla="*/ 1 h 6381751"/>
              <a:gd name="csX7" fmla="*/ 2 w 12191999"/>
              <a:gd name="csY7" fmla="*/ 1 h 6381751"/>
              <a:gd name="csX8" fmla="*/ 2 w 12191999"/>
              <a:gd name="csY8" fmla="*/ 6381751 h 6381751"/>
              <a:gd name="csX9" fmla="*/ 0 w 12191999"/>
              <a:gd name="csY9" fmla="*/ 6381751 h 6381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1999" h="6381751">
                <a:moveTo>
                  <a:pt x="0" y="0"/>
                </a:moveTo>
                <a:lnTo>
                  <a:pt x="12191999" y="0"/>
                </a:lnTo>
                <a:lnTo>
                  <a:pt x="12191999" y="6381751"/>
                </a:lnTo>
                <a:lnTo>
                  <a:pt x="2697451" y="6381751"/>
                </a:lnTo>
                <a:lnTo>
                  <a:pt x="2853531" y="6373870"/>
                </a:lnTo>
                <a:cubicBezTo>
                  <a:pt x="3623494" y="6295675"/>
                  <a:pt x="4224342" y="5645417"/>
                  <a:pt x="4224342" y="4854823"/>
                </a:cubicBezTo>
                <a:lnTo>
                  <a:pt x="4224342" y="1"/>
                </a:lnTo>
                <a:lnTo>
                  <a:pt x="2" y="1"/>
                </a:lnTo>
                <a:lnTo>
                  <a:pt x="2" y="6381751"/>
                </a:lnTo>
                <a:lnTo>
                  <a:pt x="0" y="6381751"/>
                </a:lnTo>
                <a:close/>
              </a:path>
            </a:pathLst>
          </a:custGeom>
          <a:solidFill>
            <a:schemeClr val="bg2"/>
          </a:solidFill>
        </p:spPr>
        <p:txBody>
          <a:bodyPr wrap="square">
            <a:noAutofit/>
          </a:bodyPr>
          <a:lstStyle/>
          <a:p>
            <a:r>
              <a:rPr lang="en-GB"/>
              <a:t>Click icon to add picture</a:t>
            </a:r>
            <a:endParaRPr lang="en-US"/>
          </a:p>
        </p:txBody>
      </p:sp>
      <p:sp>
        <p:nvSpPr>
          <p:cNvPr id="21" name="Text Placeholder 5">
            <a:extLst>
              <a:ext uri="{FF2B5EF4-FFF2-40B4-BE49-F238E27FC236}">
                <a16:creationId xmlns:a16="http://schemas.microsoft.com/office/drawing/2014/main" id="{316718B7-EF0B-0AAA-4AA7-80B08F0D82E0}"/>
              </a:ext>
            </a:extLst>
          </p:cNvPr>
          <p:cNvSpPr>
            <a:spLocks noGrp="1"/>
          </p:cNvSpPr>
          <p:nvPr>
            <p:ph type="body" sz="quarter" idx="31" hasCustomPrompt="1"/>
          </p:nvPr>
        </p:nvSpPr>
        <p:spPr>
          <a:xfrm>
            <a:off x="479425" y="2243917"/>
            <a:ext cx="3312320" cy="2534703"/>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AU" dirty="0"/>
              <a:t>Enter text here.</a:t>
            </a:r>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6" name="Title 3">
            <a:extLst>
              <a:ext uri="{FF2B5EF4-FFF2-40B4-BE49-F238E27FC236}">
                <a16:creationId xmlns:a16="http://schemas.microsoft.com/office/drawing/2014/main" id="{B8010C4D-4846-733B-A504-3488020A7E44}"/>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9" name="Text Placeholder 5">
            <a:extLst>
              <a:ext uri="{FF2B5EF4-FFF2-40B4-BE49-F238E27FC236}">
                <a16:creationId xmlns:a16="http://schemas.microsoft.com/office/drawing/2014/main" id="{5FADF4A9-8D82-B20E-082C-AE0FF06B019D}"/>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32" name="Picture Placeholder 31">
            <a:extLst>
              <a:ext uri="{FF2B5EF4-FFF2-40B4-BE49-F238E27FC236}">
                <a16:creationId xmlns:a16="http://schemas.microsoft.com/office/drawing/2014/main" id="{DDCFD398-BD29-8074-BF4C-3A8026785844}"/>
              </a:ext>
            </a:extLst>
          </p:cNvPr>
          <p:cNvSpPr>
            <a:spLocks noGrp="1"/>
          </p:cNvSpPr>
          <p:nvPr>
            <p:ph type="pic" sz="quarter" idx="32"/>
          </p:nvPr>
        </p:nvSpPr>
        <p:spPr>
          <a:xfrm>
            <a:off x="479425" y="2255838"/>
            <a:ext cx="11233149" cy="4125914"/>
          </a:xfrm>
          <a:custGeom>
            <a:avLst/>
            <a:gdLst>
              <a:gd name="csX0" fmla="*/ 0 w 11233149"/>
              <a:gd name="csY0" fmla="*/ 0 h 4125914"/>
              <a:gd name="csX1" fmla="*/ 9780839 w 11233149"/>
              <a:gd name="csY1" fmla="*/ 0 h 4125914"/>
              <a:gd name="csX2" fmla="*/ 9918432 w 11233149"/>
              <a:gd name="csY2" fmla="*/ 6948 h 4125914"/>
              <a:gd name="csX3" fmla="*/ 11233149 w 11233149"/>
              <a:gd name="csY3" fmla="*/ 1463836 h 4125914"/>
              <a:gd name="csX4" fmla="*/ 11233149 w 11233149"/>
              <a:gd name="csY4" fmla="*/ 4125914 h 4125914"/>
              <a:gd name="csX5" fmla="*/ 0 w 11233149"/>
              <a:gd name="csY5" fmla="*/ 4125914 h 4125914"/>
            </a:gdLst>
            <a:ahLst/>
            <a:cxnLst>
              <a:cxn ang="0">
                <a:pos x="csX0" y="csY0"/>
              </a:cxn>
              <a:cxn ang="0">
                <a:pos x="csX1" y="csY1"/>
              </a:cxn>
              <a:cxn ang="0">
                <a:pos x="csX2" y="csY2"/>
              </a:cxn>
              <a:cxn ang="0">
                <a:pos x="csX3" y="csY3"/>
              </a:cxn>
              <a:cxn ang="0">
                <a:pos x="csX4" y="csY4"/>
              </a:cxn>
              <a:cxn ang="0">
                <a:pos x="csX5" y="csY5"/>
              </a:cxn>
            </a:cxnLst>
            <a:rect l="l" t="t" r="r" b="b"/>
            <a:pathLst>
              <a:path w="11233149" h="4125914">
                <a:moveTo>
                  <a:pt x="0" y="0"/>
                </a:moveTo>
                <a:lnTo>
                  <a:pt x="9780839" y="0"/>
                </a:lnTo>
                <a:lnTo>
                  <a:pt x="9918432" y="6948"/>
                </a:lnTo>
                <a:cubicBezTo>
                  <a:pt x="10656889" y="81942"/>
                  <a:pt x="11233149" y="705593"/>
                  <a:pt x="11233149" y="1463836"/>
                </a:cubicBezTo>
                <a:lnTo>
                  <a:pt x="11233149" y="4125914"/>
                </a:lnTo>
                <a:lnTo>
                  <a:pt x="0" y="4125914"/>
                </a:lnTo>
                <a:close/>
              </a:path>
            </a:pathLst>
          </a:custGeom>
          <a:solidFill>
            <a:schemeClr val="bg2"/>
          </a:solidFill>
        </p:spPr>
        <p:txBody>
          <a:bodyPr wrap="square">
            <a:noAutofit/>
          </a:bodyPr>
          <a:lstStyle/>
          <a:p>
            <a:r>
              <a:rPr lang="en-GB"/>
              <a:t>Click icon to add picture</a:t>
            </a:r>
            <a:endParaRPr lang="en-US"/>
          </a:p>
        </p:txBody>
      </p:sp>
      <p:sp>
        <p:nvSpPr>
          <p:cNvPr id="4" name="Text Placeholder 3"/>
          <p:cNvSpPr>
            <a:spLocks noGrp="1"/>
          </p:cNvSpPr>
          <p:nvPr>
            <p:ph type="body" sz="half" idx="2" hasCustomPrompt="1"/>
          </p:nvPr>
        </p:nvSpPr>
        <p:spPr>
          <a:xfrm>
            <a:off x="511968" y="6006222"/>
            <a:ext cx="11200605" cy="360000"/>
          </a:xfrm>
          <a:prstGeom prst="rect">
            <a:avLst/>
          </a:prstGeo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 and bring to front</a:t>
            </a:r>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8469C5E-9C74-3B22-9EF3-7486BE45D074}"/>
              </a:ext>
            </a:extLst>
          </p:cNvPr>
          <p:cNvSpPr>
            <a:spLocks noGrp="1"/>
          </p:cNvSpPr>
          <p:nvPr>
            <p:ph type="pic" sz="quarter" idx="34"/>
          </p:nvPr>
        </p:nvSpPr>
        <p:spPr>
          <a:xfrm>
            <a:off x="4224338" y="0"/>
            <a:ext cx="7967662" cy="6381750"/>
          </a:xfrm>
          <a:custGeom>
            <a:avLst/>
            <a:gdLst>
              <a:gd name="csX0" fmla="*/ 0 w 7967662"/>
              <a:gd name="csY0" fmla="*/ 0 h 6381750"/>
              <a:gd name="csX1" fmla="*/ 7967662 w 7967662"/>
              <a:gd name="csY1" fmla="*/ 0 h 6381750"/>
              <a:gd name="csX2" fmla="*/ 7967662 w 7967662"/>
              <a:gd name="csY2" fmla="*/ 6381750 h 6381750"/>
              <a:gd name="csX3" fmla="*/ 2092417 w 7967662"/>
              <a:gd name="csY3" fmla="*/ 6381750 h 6381750"/>
              <a:gd name="csX4" fmla="*/ 0 w 7967662"/>
              <a:gd name="csY4" fmla="*/ 4289333 h 6381750"/>
            </a:gdLst>
            <a:ahLst/>
            <a:cxnLst>
              <a:cxn ang="0">
                <a:pos x="csX0" y="csY0"/>
              </a:cxn>
              <a:cxn ang="0">
                <a:pos x="csX1" y="csY1"/>
              </a:cxn>
              <a:cxn ang="0">
                <a:pos x="csX2" y="csY2"/>
              </a:cxn>
              <a:cxn ang="0">
                <a:pos x="csX3" y="csY3"/>
              </a:cxn>
              <a:cxn ang="0">
                <a:pos x="csX4" y="csY4"/>
              </a:cxn>
            </a:cxnLst>
            <a:rect l="l" t="t" r="r" b="b"/>
            <a:pathLst>
              <a:path w="7967662" h="6381750">
                <a:moveTo>
                  <a:pt x="0" y="0"/>
                </a:moveTo>
                <a:lnTo>
                  <a:pt x="7967662" y="0"/>
                </a:lnTo>
                <a:lnTo>
                  <a:pt x="7967662"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
        <p:nvSpPr>
          <p:cNvPr id="4" name="Footer Placeholder 6">
            <a:extLst>
              <a:ext uri="{FF2B5EF4-FFF2-40B4-BE49-F238E27FC236}">
                <a16:creationId xmlns:a16="http://schemas.microsoft.com/office/drawing/2014/main" id="{37A41EB4-6FD9-FE6A-2A0E-3807F76DBAE8}"/>
              </a:ext>
            </a:extLst>
          </p:cNvPr>
          <p:cNvSpPr>
            <a:spLocks noGrp="1"/>
          </p:cNvSpPr>
          <p:nvPr>
            <p:ph type="ftr" sz="quarter" idx="33"/>
          </p:nvPr>
        </p:nvSpPr>
        <p:spPr>
          <a:xfrm>
            <a:off x="479425" y="6381750"/>
            <a:ext cx="3744913" cy="476250"/>
          </a:xfrm>
        </p:spPr>
        <p:txBody>
          <a:bodyPr/>
          <a:lstStyle/>
          <a:p>
            <a:endParaRPr lang="en-AU" dirty="0"/>
          </a:p>
        </p:txBody>
      </p:sp>
      <p:sp>
        <p:nvSpPr>
          <p:cNvPr id="5" name="Slide Number Placeholder 7">
            <a:extLst>
              <a:ext uri="{FF2B5EF4-FFF2-40B4-BE49-F238E27FC236}">
                <a16:creationId xmlns:a16="http://schemas.microsoft.com/office/drawing/2014/main" id="{492C6F02-615C-6B18-5C82-3E0EB9887637}"/>
              </a:ext>
            </a:extLst>
          </p:cNvPr>
          <p:cNvSpPr>
            <a:spLocks noGrp="1"/>
          </p:cNvSpPr>
          <p:nvPr>
            <p:ph type="sldNum" sz="quarter" idx="24"/>
          </p:nvPr>
        </p:nvSpPr>
        <p:spPr>
          <a:xfrm>
            <a:off x="11208567" y="6381750"/>
            <a:ext cx="504007" cy="476250"/>
          </a:xfrm>
        </p:spPr>
        <p:txBody>
          <a:bodyPr/>
          <a:lstStyle/>
          <a:p>
            <a:fld id="{E917DE0E-AFB1-41FD-BC35-27DB61CA125F}" type="slidenum">
              <a:rPr lang="en-AU" smtClean="0"/>
              <a:pPr/>
              <a:t>‹#›</a:t>
            </a:fld>
            <a:endParaRPr lang="en-AU" dirty="0"/>
          </a:p>
        </p:txBody>
      </p:sp>
      <p:sp>
        <p:nvSpPr>
          <p:cNvPr id="6" name="Content Placeholder 9">
            <a:extLst>
              <a:ext uri="{FF2B5EF4-FFF2-40B4-BE49-F238E27FC236}">
                <a16:creationId xmlns:a16="http://schemas.microsoft.com/office/drawing/2014/main" id="{21EB1417-F284-8693-4B49-9F2DAA9FE7E7}"/>
              </a:ext>
            </a:extLst>
          </p:cNvPr>
          <p:cNvSpPr>
            <a:spLocks noGrp="1"/>
          </p:cNvSpPr>
          <p:nvPr>
            <p:ph sz="quarter" idx="10"/>
          </p:nvPr>
        </p:nvSpPr>
        <p:spPr>
          <a:xfrm>
            <a:off x="479425" y="2255224"/>
            <a:ext cx="3265487"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itle 3">
            <a:extLst>
              <a:ext uri="{FF2B5EF4-FFF2-40B4-BE49-F238E27FC236}">
                <a16:creationId xmlns:a16="http://schemas.microsoft.com/office/drawing/2014/main" id="{FA58D727-BB58-3FDD-F908-D614190D9C85}"/>
              </a:ext>
            </a:extLst>
          </p:cNvPr>
          <p:cNvSpPr>
            <a:spLocks noGrp="1"/>
          </p:cNvSpPr>
          <p:nvPr>
            <p:ph type="title" hasCustomPrompt="1"/>
          </p:nvPr>
        </p:nvSpPr>
        <p:spPr>
          <a:xfrm>
            <a:off x="479426" y="895344"/>
            <a:ext cx="3254264" cy="469056"/>
          </a:xfrm>
        </p:spPr>
        <p:txBody>
          <a:bodyPr/>
          <a:lstStyle>
            <a:lvl1pPr>
              <a:defRPr sz="3600"/>
            </a:lvl1pPr>
          </a:lstStyle>
          <a:p>
            <a:r>
              <a:rPr lang="en-GB" dirty="0"/>
              <a:t>Title style</a:t>
            </a:r>
            <a:endParaRPr lang="en-AU" dirty="0"/>
          </a:p>
        </p:txBody>
      </p:sp>
      <p:sp>
        <p:nvSpPr>
          <p:cNvPr id="9" name="Text Placeholder 5">
            <a:extLst>
              <a:ext uri="{FF2B5EF4-FFF2-40B4-BE49-F238E27FC236}">
                <a16:creationId xmlns:a16="http://schemas.microsoft.com/office/drawing/2014/main" id="{17AF720F-B0B1-5AFC-396A-63C9E3DE519A}"/>
              </a:ext>
            </a:extLst>
          </p:cNvPr>
          <p:cNvSpPr>
            <a:spLocks noGrp="1"/>
          </p:cNvSpPr>
          <p:nvPr>
            <p:ph type="body" sz="quarter" idx="31" hasCustomPrompt="1"/>
          </p:nvPr>
        </p:nvSpPr>
        <p:spPr>
          <a:xfrm>
            <a:off x="479426" y="1573248"/>
            <a:ext cx="3254264"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412F5B3-C559-A051-FED5-A21477E72CAF}"/>
              </a:ext>
            </a:extLst>
          </p:cNvPr>
          <p:cNvSpPr>
            <a:spLocks noGrp="1"/>
          </p:cNvSpPr>
          <p:nvPr>
            <p:ph type="pic" sz="quarter" idx="32"/>
          </p:nvPr>
        </p:nvSpPr>
        <p:spPr>
          <a:xfrm>
            <a:off x="6096000" y="0"/>
            <a:ext cx="6096000" cy="6381750"/>
          </a:xfrm>
          <a:custGeom>
            <a:avLst/>
            <a:gdLst>
              <a:gd name="csX0" fmla="*/ 0 w 6096000"/>
              <a:gd name="csY0" fmla="*/ 0 h 6381750"/>
              <a:gd name="csX1" fmla="*/ 6096000 w 6096000"/>
              <a:gd name="csY1" fmla="*/ 0 h 6381750"/>
              <a:gd name="csX2" fmla="*/ 6096000 w 6096000"/>
              <a:gd name="csY2" fmla="*/ 6381750 h 6381750"/>
              <a:gd name="csX3" fmla="*/ 2092417 w 6096000"/>
              <a:gd name="csY3" fmla="*/ 6381750 h 6381750"/>
              <a:gd name="csX4" fmla="*/ 0 w 6096000"/>
              <a:gd name="csY4" fmla="*/ 4289333 h 6381750"/>
            </a:gdLst>
            <a:ahLst/>
            <a:cxnLst>
              <a:cxn ang="0">
                <a:pos x="csX0" y="csY0"/>
              </a:cxn>
              <a:cxn ang="0">
                <a:pos x="csX1" y="csY1"/>
              </a:cxn>
              <a:cxn ang="0">
                <a:pos x="csX2" y="csY2"/>
              </a:cxn>
              <a:cxn ang="0">
                <a:pos x="csX3" y="csY3"/>
              </a:cxn>
              <a:cxn ang="0">
                <a:pos x="csX4" y="csY4"/>
              </a:cxn>
            </a:cxnLst>
            <a:rect l="l" t="t" r="r" b="b"/>
            <a:pathLst>
              <a:path w="6096000" h="6381750">
                <a:moveTo>
                  <a:pt x="0" y="0"/>
                </a:moveTo>
                <a:lnTo>
                  <a:pt x="6096000" y="0"/>
                </a:lnTo>
                <a:lnTo>
                  <a:pt x="6096000"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
        <p:nvSpPr>
          <p:cNvPr id="4" name="Footer Placeholder 6">
            <a:extLst>
              <a:ext uri="{FF2B5EF4-FFF2-40B4-BE49-F238E27FC236}">
                <a16:creationId xmlns:a16="http://schemas.microsoft.com/office/drawing/2014/main" id="{C8F7C4A3-CF6C-9203-4F5F-FB7CE707F065}"/>
              </a:ext>
            </a:extLst>
          </p:cNvPr>
          <p:cNvSpPr>
            <a:spLocks noGrp="1"/>
          </p:cNvSpPr>
          <p:nvPr>
            <p:ph type="ftr" sz="quarter" idx="33"/>
          </p:nvPr>
        </p:nvSpPr>
        <p:spPr>
          <a:xfrm>
            <a:off x="479425" y="6381750"/>
            <a:ext cx="3744913" cy="476250"/>
          </a:xfrm>
        </p:spPr>
        <p:txBody>
          <a:bodyPr/>
          <a:lstStyle/>
          <a:p>
            <a:endParaRPr lang="en-AU" dirty="0"/>
          </a:p>
        </p:txBody>
      </p:sp>
      <p:sp>
        <p:nvSpPr>
          <p:cNvPr id="5" name="Slide Number Placeholder 7">
            <a:extLst>
              <a:ext uri="{FF2B5EF4-FFF2-40B4-BE49-F238E27FC236}">
                <a16:creationId xmlns:a16="http://schemas.microsoft.com/office/drawing/2014/main" id="{5617A2B1-826A-2C9C-BE3A-17E5CF5A0B29}"/>
              </a:ext>
            </a:extLst>
          </p:cNvPr>
          <p:cNvSpPr>
            <a:spLocks noGrp="1"/>
          </p:cNvSpPr>
          <p:nvPr>
            <p:ph type="sldNum" sz="quarter" idx="24"/>
          </p:nvPr>
        </p:nvSpPr>
        <p:spPr>
          <a:xfrm>
            <a:off x="11208567" y="6381750"/>
            <a:ext cx="504007" cy="476250"/>
          </a:xfrm>
        </p:spPr>
        <p:txBody>
          <a:bodyPr/>
          <a:lstStyle/>
          <a:p>
            <a:fld id="{E917DE0E-AFB1-41FD-BC35-27DB61CA125F}" type="slidenum">
              <a:rPr lang="en-AU" smtClean="0"/>
              <a:pPr/>
              <a:t>‹#›</a:t>
            </a:fld>
            <a:endParaRPr lang="en-AU" dirty="0"/>
          </a:p>
        </p:txBody>
      </p:sp>
      <p:sp>
        <p:nvSpPr>
          <p:cNvPr id="8" name="Content Placeholder 9">
            <a:extLst>
              <a:ext uri="{FF2B5EF4-FFF2-40B4-BE49-F238E27FC236}">
                <a16:creationId xmlns:a16="http://schemas.microsoft.com/office/drawing/2014/main" id="{3A3D459F-7726-6A0A-5AED-4ECEB303B90A}"/>
              </a:ext>
            </a:extLst>
          </p:cNvPr>
          <p:cNvSpPr>
            <a:spLocks noGrp="1"/>
          </p:cNvSpPr>
          <p:nvPr>
            <p:ph sz="quarter" idx="10"/>
          </p:nvPr>
        </p:nvSpPr>
        <p:spPr>
          <a:xfrm>
            <a:off x="479425" y="2255224"/>
            <a:ext cx="5040512"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itle 3">
            <a:extLst>
              <a:ext uri="{FF2B5EF4-FFF2-40B4-BE49-F238E27FC236}">
                <a16:creationId xmlns:a16="http://schemas.microsoft.com/office/drawing/2014/main" id="{F533A7A0-F601-4B65-6D3F-089EE59FA1F8}"/>
              </a:ext>
            </a:extLst>
          </p:cNvPr>
          <p:cNvSpPr>
            <a:spLocks noGrp="1"/>
          </p:cNvSpPr>
          <p:nvPr>
            <p:ph type="title" hasCustomPrompt="1"/>
          </p:nvPr>
        </p:nvSpPr>
        <p:spPr>
          <a:xfrm>
            <a:off x="479425" y="895344"/>
            <a:ext cx="5023189" cy="469056"/>
          </a:xfrm>
        </p:spPr>
        <p:txBody>
          <a:bodyPr/>
          <a:lstStyle>
            <a:lvl1pPr>
              <a:defRPr sz="3600"/>
            </a:lvl1pPr>
          </a:lstStyle>
          <a:p>
            <a:r>
              <a:rPr lang="en-GB" dirty="0"/>
              <a:t>Title style</a:t>
            </a:r>
            <a:endParaRPr lang="en-AU" dirty="0"/>
          </a:p>
        </p:txBody>
      </p:sp>
      <p:sp>
        <p:nvSpPr>
          <p:cNvPr id="10" name="Text Placeholder 5">
            <a:extLst>
              <a:ext uri="{FF2B5EF4-FFF2-40B4-BE49-F238E27FC236}">
                <a16:creationId xmlns:a16="http://schemas.microsoft.com/office/drawing/2014/main" id="{01906848-6332-CAAE-B118-3335117D9E79}"/>
              </a:ext>
            </a:extLst>
          </p:cNvPr>
          <p:cNvSpPr>
            <a:spLocks noGrp="1"/>
          </p:cNvSpPr>
          <p:nvPr>
            <p:ph type="body" sz="quarter" idx="31" hasCustomPrompt="1"/>
          </p:nvPr>
        </p:nvSpPr>
        <p:spPr>
          <a:xfrm>
            <a:off x="479425" y="1573248"/>
            <a:ext cx="5023189"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40E460D2-9EB1-1D28-B6B6-A8FE18449EDA}"/>
              </a:ext>
            </a:extLst>
          </p:cNvPr>
          <p:cNvSpPr>
            <a:spLocks noGrp="1"/>
          </p:cNvSpPr>
          <p:nvPr>
            <p:ph type="ftr" sz="quarter" idx="33"/>
          </p:nvPr>
        </p:nvSpPr>
        <p:spPr>
          <a:xfrm>
            <a:off x="479425" y="6381750"/>
            <a:ext cx="3744913" cy="476250"/>
          </a:xfrm>
        </p:spPr>
        <p:txBody>
          <a:bodyPr/>
          <a:lstStyle/>
          <a:p>
            <a:endParaRPr lang="en-AU" dirty="0"/>
          </a:p>
        </p:txBody>
      </p:sp>
      <p:sp>
        <p:nvSpPr>
          <p:cNvPr id="5" name="Slide Number Placeholder 7">
            <a:extLst>
              <a:ext uri="{FF2B5EF4-FFF2-40B4-BE49-F238E27FC236}">
                <a16:creationId xmlns:a16="http://schemas.microsoft.com/office/drawing/2014/main" id="{7F612023-6665-FA3A-30D0-374517F61E48}"/>
              </a:ext>
            </a:extLst>
          </p:cNvPr>
          <p:cNvSpPr>
            <a:spLocks noGrp="1"/>
          </p:cNvSpPr>
          <p:nvPr>
            <p:ph type="sldNum" sz="quarter" idx="24"/>
          </p:nvPr>
        </p:nvSpPr>
        <p:spPr>
          <a:xfrm>
            <a:off x="11208567" y="6381750"/>
            <a:ext cx="504007" cy="476250"/>
          </a:xfrm>
        </p:spPr>
        <p:txBody>
          <a:bodyPr/>
          <a:lstStyle/>
          <a:p>
            <a:fld id="{E917DE0E-AFB1-41FD-BC35-27DB61CA125F}" type="slidenum">
              <a:rPr lang="en-AU" smtClean="0"/>
              <a:pPr/>
              <a:t>‹#›</a:t>
            </a:fld>
            <a:endParaRPr lang="en-AU" dirty="0"/>
          </a:p>
        </p:txBody>
      </p:sp>
      <p:sp>
        <p:nvSpPr>
          <p:cNvPr id="6" name="Content Placeholder 9">
            <a:extLst>
              <a:ext uri="{FF2B5EF4-FFF2-40B4-BE49-F238E27FC236}">
                <a16:creationId xmlns:a16="http://schemas.microsoft.com/office/drawing/2014/main" id="{C70C628A-9409-8A34-7DD1-450B750B023D}"/>
              </a:ext>
            </a:extLst>
          </p:cNvPr>
          <p:cNvSpPr>
            <a:spLocks noGrp="1"/>
          </p:cNvSpPr>
          <p:nvPr>
            <p:ph sz="quarter" idx="10"/>
          </p:nvPr>
        </p:nvSpPr>
        <p:spPr>
          <a:xfrm>
            <a:off x="479424" y="2255224"/>
            <a:ext cx="7008815"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itle 3">
            <a:extLst>
              <a:ext uri="{FF2B5EF4-FFF2-40B4-BE49-F238E27FC236}">
                <a16:creationId xmlns:a16="http://schemas.microsoft.com/office/drawing/2014/main" id="{4A7D26F4-036A-F2F1-403F-445458B4A8BF}"/>
              </a:ext>
            </a:extLst>
          </p:cNvPr>
          <p:cNvSpPr>
            <a:spLocks noGrp="1"/>
          </p:cNvSpPr>
          <p:nvPr>
            <p:ph type="title"/>
          </p:nvPr>
        </p:nvSpPr>
        <p:spPr>
          <a:xfrm>
            <a:off x="479425" y="895344"/>
            <a:ext cx="6984728" cy="469056"/>
          </a:xfrm>
        </p:spPr>
        <p:txBody>
          <a:bodyPr/>
          <a:lstStyle>
            <a:lvl1pPr>
              <a:defRPr sz="3600"/>
            </a:lvl1pPr>
          </a:lstStyle>
          <a:p>
            <a:r>
              <a:rPr lang="en-GB"/>
              <a:t>Click to edit Master title style</a:t>
            </a:r>
            <a:endParaRPr lang="en-AU" dirty="0"/>
          </a:p>
        </p:txBody>
      </p:sp>
      <p:sp>
        <p:nvSpPr>
          <p:cNvPr id="10" name="Text Placeholder 5">
            <a:extLst>
              <a:ext uri="{FF2B5EF4-FFF2-40B4-BE49-F238E27FC236}">
                <a16:creationId xmlns:a16="http://schemas.microsoft.com/office/drawing/2014/main" id="{C698A590-2A25-0F65-E755-28E9F0E25EFF}"/>
              </a:ext>
            </a:extLst>
          </p:cNvPr>
          <p:cNvSpPr>
            <a:spLocks noGrp="1"/>
          </p:cNvSpPr>
          <p:nvPr>
            <p:ph type="body" sz="quarter" idx="31" hasCustomPrompt="1"/>
          </p:nvPr>
        </p:nvSpPr>
        <p:spPr>
          <a:xfrm>
            <a:off x="479425" y="1573248"/>
            <a:ext cx="6984728"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27" name="Picture Placeholder 26">
            <a:extLst>
              <a:ext uri="{FF2B5EF4-FFF2-40B4-BE49-F238E27FC236}">
                <a16:creationId xmlns:a16="http://schemas.microsoft.com/office/drawing/2014/main" id="{9CCE597F-86D7-DE24-0269-B59E472911C3}"/>
              </a:ext>
            </a:extLst>
          </p:cNvPr>
          <p:cNvSpPr>
            <a:spLocks noGrp="1"/>
          </p:cNvSpPr>
          <p:nvPr>
            <p:ph type="pic" sz="quarter" idx="34"/>
          </p:nvPr>
        </p:nvSpPr>
        <p:spPr>
          <a:xfrm>
            <a:off x="7967662" y="0"/>
            <a:ext cx="4224338" cy="6381750"/>
          </a:xfrm>
          <a:custGeom>
            <a:avLst/>
            <a:gdLst>
              <a:gd name="csX0" fmla="*/ 0 w 4224338"/>
              <a:gd name="csY0" fmla="*/ 0 h 6381750"/>
              <a:gd name="csX1" fmla="*/ 4224338 w 4224338"/>
              <a:gd name="csY1" fmla="*/ 0 h 6381750"/>
              <a:gd name="csX2" fmla="*/ 4224338 w 4224338"/>
              <a:gd name="csY2" fmla="*/ 6381750 h 6381750"/>
              <a:gd name="csX3" fmla="*/ 1475312 w 4224338"/>
              <a:gd name="csY3" fmla="*/ 6381750 h 6381750"/>
              <a:gd name="csX4" fmla="*/ 0 w 4224338"/>
              <a:gd name="csY4" fmla="*/ 4906438 h 6381750"/>
            </a:gdLst>
            <a:ahLst/>
            <a:cxnLst>
              <a:cxn ang="0">
                <a:pos x="csX0" y="csY0"/>
              </a:cxn>
              <a:cxn ang="0">
                <a:pos x="csX1" y="csY1"/>
              </a:cxn>
              <a:cxn ang="0">
                <a:pos x="csX2" y="csY2"/>
              </a:cxn>
              <a:cxn ang="0">
                <a:pos x="csX3" y="csY3"/>
              </a:cxn>
              <a:cxn ang="0">
                <a:pos x="csX4" y="csY4"/>
              </a:cxn>
            </a:cxnLst>
            <a:rect l="l" t="t" r="r" b="b"/>
            <a:pathLst>
              <a:path w="4224338" h="6381750">
                <a:moveTo>
                  <a:pt x="0" y="0"/>
                </a:moveTo>
                <a:lnTo>
                  <a:pt x="4224338" y="0"/>
                </a:lnTo>
                <a:lnTo>
                  <a:pt x="4224338" y="6381750"/>
                </a:lnTo>
                <a:lnTo>
                  <a:pt x="1475312" y="6381750"/>
                </a:lnTo>
                <a:cubicBezTo>
                  <a:pt x="660520" y="6381750"/>
                  <a:pt x="0" y="5721230"/>
                  <a:pt x="0" y="4906438"/>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6" name="Content Placeholder 9">
            <a:extLst>
              <a:ext uri="{FF2B5EF4-FFF2-40B4-BE49-F238E27FC236}">
                <a16:creationId xmlns:a16="http://schemas.microsoft.com/office/drawing/2014/main" id="{7FE2C2C7-E69B-D4BD-540E-94A6945AA55A}"/>
              </a:ext>
            </a:extLst>
          </p:cNvPr>
          <p:cNvSpPr>
            <a:spLocks noGrp="1"/>
          </p:cNvSpPr>
          <p:nvPr>
            <p:ph sz="quarter" idx="33"/>
          </p:nvPr>
        </p:nvSpPr>
        <p:spPr>
          <a:xfrm>
            <a:off x="479425" y="2255224"/>
            <a:ext cx="3456335" cy="4126526"/>
          </a:xfrm>
          <a:prstGeom prst="rect">
            <a:avLst/>
          </a:prstGeom>
        </p:spPr>
        <p:txBody>
          <a:bodyPr vert="horz" lIns="0" tIns="0" rIns="0" bIns="0" rtlCol="0">
            <a:noAutofit/>
          </a:bodyPr>
          <a:lstStyle>
            <a:lvl1pPr>
              <a:lnSpc>
                <a:spcPct val="100000"/>
              </a:lnSpc>
              <a:spcAft>
                <a:spcPts val="1200"/>
              </a:spcAft>
              <a:defRPr lang="en-US" sz="1600" dirty="0">
                <a:solidFill>
                  <a:schemeClr val="bg1"/>
                </a:solidFill>
              </a:defRPr>
            </a:lvl1pPr>
            <a:lvl2pPr>
              <a:lnSpc>
                <a:spcPct val="100000"/>
              </a:lnSpc>
              <a:spcAft>
                <a:spcPts val="600"/>
              </a:spcAft>
              <a:defRPr lang="en-US" sz="1400" dirty="0">
                <a:solidFill>
                  <a:schemeClr val="bg1"/>
                </a:solidFill>
              </a:defRPr>
            </a:lvl2pPr>
            <a:lvl3pPr>
              <a:lnSpc>
                <a:spcPct val="100000"/>
              </a:lnSpc>
              <a:spcAft>
                <a:spcPts val="600"/>
              </a:spcAft>
              <a:defRPr lang="en-US" sz="1400" dirty="0">
                <a:solidFill>
                  <a:schemeClr val="bg1"/>
                </a:solidFill>
              </a:defRPr>
            </a:lvl3pPr>
            <a:lvl4pPr>
              <a:lnSpc>
                <a:spcPct val="100000"/>
              </a:lnSpc>
              <a:spcAft>
                <a:spcPts val="600"/>
              </a:spcAft>
              <a:defRPr lang="en-US" sz="1400" dirty="0">
                <a:solidFill>
                  <a:schemeClr val="bg1"/>
                </a:solidFill>
              </a:defRPr>
            </a:lvl4pPr>
            <a:lvl5pPr>
              <a:lnSpc>
                <a:spcPct val="100000"/>
              </a:lnSpc>
              <a:spcAft>
                <a:spcPts val="600"/>
              </a:spcAft>
              <a:defRPr lang="en-US" sz="1400"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itle 3">
            <a:extLst>
              <a:ext uri="{FF2B5EF4-FFF2-40B4-BE49-F238E27FC236}">
                <a16:creationId xmlns:a16="http://schemas.microsoft.com/office/drawing/2014/main" id="{3D4A3C22-A0DB-4971-AE76-220B91354763}"/>
              </a:ext>
            </a:extLst>
          </p:cNvPr>
          <p:cNvSpPr>
            <a:spLocks noGrp="1"/>
          </p:cNvSpPr>
          <p:nvPr>
            <p:ph type="title" hasCustomPrompt="1"/>
          </p:nvPr>
        </p:nvSpPr>
        <p:spPr>
          <a:xfrm>
            <a:off x="479426" y="895344"/>
            <a:ext cx="3449836" cy="469056"/>
          </a:xfrm>
        </p:spPr>
        <p:txBody>
          <a:bodyPr/>
          <a:lstStyle>
            <a:lvl1pPr>
              <a:defRPr sz="3600">
                <a:solidFill>
                  <a:schemeClr val="bg1"/>
                </a:solidFill>
              </a:defRPr>
            </a:lvl1pPr>
          </a:lstStyle>
          <a:p>
            <a:r>
              <a:rPr lang="en-GB" dirty="0"/>
              <a:t>Title style</a:t>
            </a:r>
            <a:endParaRPr lang="en-AU" dirty="0"/>
          </a:p>
        </p:txBody>
      </p:sp>
      <p:sp>
        <p:nvSpPr>
          <p:cNvPr id="10" name="Text Placeholder 5">
            <a:extLst>
              <a:ext uri="{FF2B5EF4-FFF2-40B4-BE49-F238E27FC236}">
                <a16:creationId xmlns:a16="http://schemas.microsoft.com/office/drawing/2014/main" id="{9FC7C509-88E0-8755-5280-4C93616BFE27}"/>
              </a:ext>
            </a:extLst>
          </p:cNvPr>
          <p:cNvSpPr>
            <a:spLocks noGrp="1"/>
          </p:cNvSpPr>
          <p:nvPr>
            <p:ph type="body" sz="quarter" idx="31" hasCustomPrompt="1"/>
          </p:nvPr>
        </p:nvSpPr>
        <p:spPr>
          <a:xfrm>
            <a:off x="479426" y="1573248"/>
            <a:ext cx="3449836" cy="506132"/>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US" dirty="0"/>
              <a:t>[Subtitle]</a:t>
            </a:r>
          </a:p>
        </p:txBody>
      </p:sp>
      <p:sp>
        <p:nvSpPr>
          <p:cNvPr id="18" name="Picture Placeholder 17">
            <a:extLst>
              <a:ext uri="{FF2B5EF4-FFF2-40B4-BE49-F238E27FC236}">
                <a16:creationId xmlns:a16="http://schemas.microsoft.com/office/drawing/2014/main" id="{6187B4F8-6381-7CB4-1769-4E71DA1485DB}"/>
              </a:ext>
            </a:extLst>
          </p:cNvPr>
          <p:cNvSpPr>
            <a:spLocks noGrp="1"/>
          </p:cNvSpPr>
          <p:nvPr>
            <p:ph type="pic" sz="quarter" idx="34"/>
          </p:nvPr>
        </p:nvSpPr>
        <p:spPr>
          <a:xfrm>
            <a:off x="4224338" y="0"/>
            <a:ext cx="7967662" cy="6381750"/>
          </a:xfrm>
          <a:custGeom>
            <a:avLst/>
            <a:gdLst>
              <a:gd name="csX0" fmla="*/ 0 w 7967662"/>
              <a:gd name="csY0" fmla="*/ 0 h 6381750"/>
              <a:gd name="csX1" fmla="*/ 7967662 w 7967662"/>
              <a:gd name="csY1" fmla="*/ 0 h 6381750"/>
              <a:gd name="csX2" fmla="*/ 7967662 w 7967662"/>
              <a:gd name="csY2" fmla="*/ 6381750 h 6381750"/>
              <a:gd name="csX3" fmla="*/ 2092417 w 7967662"/>
              <a:gd name="csY3" fmla="*/ 6381750 h 6381750"/>
              <a:gd name="csX4" fmla="*/ 0 w 7967662"/>
              <a:gd name="csY4" fmla="*/ 4289333 h 6381750"/>
            </a:gdLst>
            <a:ahLst/>
            <a:cxnLst>
              <a:cxn ang="0">
                <a:pos x="csX0" y="csY0"/>
              </a:cxn>
              <a:cxn ang="0">
                <a:pos x="csX1" y="csY1"/>
              </a:cxn>
              <a:cxn ang="0">
                <a:pos x="csX2" y="csY2"/>
              </a:cxn>
              <a:cxn ang="0">
                <a:pos x="csX3" y="csY3"/>
              </a:cxn>
              <a:cxn ang="0">
                <a:pos x="csX4" y="csY4"/>
              </a:cxn>
            </a:cxnLst>
            <a:rect l="l" t="t" r="r" b="b"/>
            <a:pathLst>
              <a:path w="7967662" h="6381750">
                <a:moveTo>
                  <a:pt x="0" y="0"/>
                </a:moveTo>
                <a:lnTo>
                  <a:pt x="7967662" y="0"/>
                </a:lnTo>
                <a:lnTo>
                  <a:pt x="7967662"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3" name="Picture Placeholder 12">
            <a:extLst>
              <a:ext uri="{FF2B5EF4-FFF2-40B4-BE49-F238E27FC236}">
                <a16:creationId xmlns:a16="http://schemas.microsoft.com/office/drawing/2014/main" id="{14E95E40-1F67-A4BD-91C4-10B06BFC341A}"/>
              </a:ext>
            </a:extLst>
          </p:cNvPr>
          <p:cNvSpPr>
            <a:spLocks noGrp="1"/>
          </p:cNvSpPr>
          <p:nvPr>
            <p:ph type="pic" sz="quarter" idx="32"/>
          </p:nvPr>
        </p:nvSpPr>
        <p:spPr>
          <a:xfrm>
            <a:off x="6096000" y="0"/>
            <a:ext cx="6096000" cy="6381750"/>
          </a:xfrm>
          <a:custGeom>
            <a:avLst/>
            <a:gdLst>
              <a:gd name="csX0" fmla="*/ 0 w 6096000"/>
              <a:gd name="csY0" fmla="*/ 0 h 6381750"/>
              <a:gd name="csX1" fmla="*/ 6096000 w 6096000"/>
              <a:gd name="csY1" fmla="*/ 0 h 6381750"/>
              <a:gd name="csX2" fmla="*/ 6096000 w 6096000"/>
              <a:gd name="csY2" fmla="*/ 6381750 h 6381750"/>
              <a:gd name="csX3" fmla="*/ 2092417 w 6096000"/>
              <a:gd name="csY3" fmla="*/ 6381750 h 6381750"/>
              <a:gd name="csX4" fmla="*/ 0 w 6096000"/>
              <a:gd name="csY4" fmla="*/ 4289333 h 6381750"/>
            </a:gdLst>
            <a:ahLst/>
            <a:cxnLst>
              <a:cxn ang="0">
                <a:pos x="csX0" y="csY0"/>
              </a:cxn>
              <a:cxn ang="0">
                <a:pos x="csX1" y="csY1"/>
              </a:cxn>
              <a:cxn ang="0">
                <a:pos x="csX2" y="csY2"/>
              </a:cxn>
              <a:cxn ang="0">
                <a:pos x="csX3" y="csY3"/>
              </a:cxn>
              <a:cxn ang="0">
                <a:pos x="csX4" y="csY4"/>
              </a:cxn>
            </a:cxnLst>
            <a:rect l="l" t="t" r="r" b="b"/>
            <a:pathLst>
              <a:path w="6096000" h="6381750">
                <a:moveTo>
                  <a:pt x="0" y="0"/>
                </a:moveTo>
                <a:lnTo>
                  <a:pt x="6096000" y="0"/>
                </a:lnTo>
                <a:lnTo>
                  <a:pt x="6096000"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
        <p:nvSpPr>
          <p:cNvPr id="15" name="Content Placeholder 9">
            <a:extLst>
              <a:ext uri="{FF2B5EF4-FFF2-40B4-BE49-F238E27FC236}">
                <a16:creationId xmlns:a16="http://schemas.microsoft.com/office/drawing/2014/main" id="{9B085CFE-8F09-5C09-45D9-4593D77EC854}"/>
              </a:ext>
            </a:extLst>
          </p:cNvPr>
          <p:cNvSpPr>
            <a:spLocks noGrp="1"/>
          </p:cNvSpPr>
          <p:nvPr>
            <p:ph sz="quarter" idx="33"/>
          </p:nvPr>
        </p:nvSpPr>
        <p:spPr>
          <a:xfrm>
            <a:off x="479425" y="2255224"/>
            <a:ext cx="5040512" cy="4126526"/>
          </a:xfrm>
          <a:prstGeom prst="rect">
            <a:avLst/>
          </a:prstGeom>
        </p:spPr>
        <p:txBody>
          <a:bodyPr vert="horz" lIns="0" tIns="0" rIns="0" bIns="0" rtlCol="0">
            <a:noAutofit/>
          </a:bodyPr>
          <a:lstStyle>
            <a:lvl1pPr>
              <a:lnSpc>
                <a:spcPct val="100000"/>
              </a:lnSpc>
              <a:spcAft>
                <a:spcPts val="1200"/>
              </a:spcAft>
              <a:defRPr lang="en-US" sz="1600" dirty="0">
                <a:solidFill>
                  <a:schemeClr val="bg1"/>
                </a:solidFill>
              </a:defRPr>
            </a:lvl1pPr>
            <a:lvl2pPr>
              <a:lnSpc>
                <a:spcPct val="100000"/>
              </a:lnSpc>
              <a:spcAft>
                <a:spcPts val="600"/>
              </a:spcAft>
              <a:defRPr lang="en-US" sz="1400" dirty="0">
                <a:solidFill>
                  <a:schemeClr val="bg1"/>
                </a:solidFill>
              </a:defRPr>
            </a:lvl2pPr>
            <a:lvl3pPr>
              <a:lnSpc>
                <a:spcPct val="100000"/>
              </a:lnSpc>
              <a:spcAft>
                <a:spcPts val="600"/>
              </a:spcAft>
              <a:defRPr lang="en-US" sz="1400" dirty="0">
                <a:solidFill>
                  <a:schemeClr val="bg1"/>
                </a:solidFill>
              </a:defRPr>
            </a:lvl3pPr>
            <a:lvl4pPr>
              <a:lnSpc>
                <a:spcPct val="100000"/>
              </a:lnSpc>
              <a:spcAft>
                <a:spcPts val="600"/>
              </a:spcAft>
              <a:defRPr lang="en-US" sz="1400" dirty="0">
                <a:solidFill>
                  <a:schemeClr val="bg1"/>
                </a:solidFill>
              </a:defRPr>
            </a:lvl4pPr>
            <a:lvl5pPr>
              <a:lnSpc>
                <a:spcPct val="100000"/>
              </a:lnSpc>
              <a:spcAft>
                <a:spcPts val="600"/>
              </a:spcAft>
              <a:defRPr lang="en-US" sz="1400"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Title 3">
            <a:extLst>
              <a:ext uri="{FF2B5EF4-FFF2-40B4-BE49-F238E27FC236}">
                <a16:creationId xmlns:a16="http://schemas.microsoft.com/office/drawing/2014/main" id="{02FC4ACD-EFA3-1B1F-4B54-E7DC753B9599}"/>
              </a:ext>
            </a:extLst>
          </p:cNvPr>
          <p:cNvSpPr>
            <a:spLocks noGrp="1"/>
          </p:cNvSpPr>
          <p:nvPr>
            <p:ph type="title" hasCustomPrompt="1"/>
          </p:nvPr>
        </p:nvSpPr>
        <p:spPr>
          <a:xfrm>
            <a:off x="479425" y="895344"/>
            <a:ext cx="5031034" cy="469056"/>
          </a:xfrm>
        </p:spPr>
        <p:txBody>
          <a:bodyPr/>
          <a:lstStyle>
            <a:lvl1pPr>
              <a:defRPr sz="3600">
                <a:solidFill>
                  <a:schemeClr val="bg1"/>
                </a:solidFill>
              </a:defRPr>
            </a:lvl1pPr>
          </a:lstStyle>
          <a:p>
            <a:r>
              <a:rPr lang="en-GB" dirty="0"/>
              <a:t>Title style</a:t>
            </a:r>
            <a:endParaRPr lang="en-AU" dirty="0"/>
          </a:p>
        </p:txBody>
      </p:sp>
      <p:sp>
        <p:nvSpPr>
          <p:cNvPr id="18" name="Text Placeholder 5">
            <a:extLst>
              <a:ext uri="{FF2B5EF4-FFF2-40B4-BE49-F238E27FC236}">
                <a16:creationId xmlns:a16="http://schemas.microsoft.com/office/drawing/2014/main" id="{21290900-1990-559A-FAD4-99BAAD6596A7}"/>
              </a:ext>
            </a:extLst>
          </p:cNvPr>
          <p:cNvSpPr>
            <a:spLocks noGrp="1"/>
          </p:cNvSpPr>
          <p:nvPr>
            <p:ph type="body" sz="quarter" idx="31" hasCustomPrompt="1"/>
          </p:nvPr>
        </p:nvSpPr>
        <p:spPr>
          <a:xfrm>
            <a:off x="479425" y="1573248"/>
            <a:ext cx="5031034" cy="506132"/>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3" name="Content Placeholder 9">
            <a:extLst>
              <a:ext uri="{FF2B5EF4-FFF2-40B4-BE49-F238E27FC236}">
                <a16:creationId xmlns:a16="http://schemas.microsoft.com/office/drawing/2014/main" id="{17195E38-7FC6-7C82-976B-914090CDBB77}"/>
              </a:ext>
            </a:extLst>
          </p:cNvPr>
          <p:cNvSpPr>
            <a:spLocks noGrp="1"/>
          </p:cNvSpPr>
          <p:nvPr>
            <p:ph sz="quarter" idx="10"/>
          </p:nvPr>
        </p:nvSpPr>
        <p:spPr>
          <a:xfrm>
            <a:off x="479424" y="2255224"/>
            <a:ext cx="7166223" cy="4126526"/>
          </a:xfrm>
          <a:prstGeom prst="rect">
            <a:avLst/>
          </a:prstGeom>
        </p:spPr>
        <p:txBody>
          <a:bodyPr vert="horz" lIns="0" tIns="0" rIns="0" bIns="0" rtlCol="0">
            <a:noAutofit/>
          </a:bodyPr>
          <a:lstStyle>
            <a:lvl1pPr>
              <a:lnSpc>
                <a:spcPct val="100000"/>
              </a:lnSpc>
              <a:spcAft>
                <a:spcPts val="1200"/>
              </a:spcAft>
              <a:defRPr lang="en-US" sz="1600" dirty="0">
                <a:solidFill>
                  <a:schemeClr val="bg1"/>
                </a:solidFill>
              </a:defRPr>
            </a:lvl1pPr>
            <a:lvl2pPr>
              <a:lnSpc>
                <a:spcPct val="100000"/>
              </a:lnSpc>
              <a:spcAft>
                <a:spcPts val="600"/>
              </a:spcAft>
              <a:defRPr lang="en-US" sz="1400" dirty="0">
                <a:solidFill>
                  <a:schemeClr val="bg1"/>
                </a:solidFill>
              </a:defRPr>
            </a:lvl2pPr>
            <a:lvl3pPr>
              <a:lnSpc>
                <a:spcPct val="100000"/>
              </a:lnSpc>
              <a:spcAft>
                <a:spcPts val="600"/>
              </a:spcAft>
              <a:defRPr lang="en-US" sz="1400" dirty="0">
                <a:solidFill>
                  <a:schemeClr val="bg1"/>
                </a:solidFill>
              </a:defRPr>
            </a:lvl3pPr>
            <a:lvl4pPr>
              <a:lnSpc>
                <a:spcPct val="100000"/>
              </a:lnSpc>
              <a:spcAft>
                <a:spcPts val="600"/>
              </a:spcAft>
              <a:defRPr lang="en-US" sz="1400" dirty="0">
                <a:solidFill>
                  <a:schemeClr val="bg1"/>
                </a:solidFill>
              </a:defRPr>
            </a:lvl4pPr>
            <a:lvl5pPr>
              <a:lnSpc>
                <a:spcPct val="100000"/>
              </a:lnSpc>
              <a:spcAft>
                <a:spcPts val="600"/>
              </a:spcAft>
              <a:defRPr lang="en-US" sz="1400"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C15B1274-67FF-A2FC-0D74-AEBB180ACF2C}"/>
              </a:ext>
            </a:extLst>
          </p:cNvPr>
          <p:cNvSpPr>
            <a:spLocks noGrp="1"/>
          </p:cNvSpPr>
          <p:nvPr>
            <p:ph type="title"/>
          </p:nvPr>
        </p:nvSpPr>
        <p:spPr>
          <a:xfrm>
            <a:off x="479425" y="895344"/>
            <a:ext cx="7152748" cy="469056"/>
          </a:xfrm>
        </p:spPr>
        <p:txBody>
          <a:bodyPr/>
          <a:lstStyle>
            <a:lvl1pPr>
              <a:defRPr sz="3600">
                <a:solidFill>
                  <a:schemeClr val="bg1"/>
                </a:solidFill>
              </a:defRPr>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8B058D29-C047-45AA-11DE-4409C6E9A09D}"/>
              </a:ext>
            </a:extLst>
          </p:cNvPr>
          <p:cNvSpPr>
            <a:spLocks noGrp="1"/>
          </p:cNvSpPr>
          <p:nvPr>
            <p:ph type="body" sz="quarter" idx="31" hasCustomPrompt="1"/>
          </p:nvPr>
        </p:nvSpPr>
        <p:spPr>
          <a:xfrm>
            <a:off x="479425" y="1573248"/>
            <a:ext cx="7152748" cy="506132"/>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US" dirty="0"/>
              <a:t>[Subtitle]</a:t>
            </a:r>
          </a:p>
        </p:txBody>
      </p:sp>
      <p:sp>
        <p:nvSpPr>
          <p:cNvPr id="24" name="Picture Placeholder 23">
            <a:extLst>
              <a:ext uri="{FF2B5EF4-FFF2-40B4-BE49-F238E27FC236}">
                <a16:creationId xmlns:a16="http://schemas.microsoft.com/office/drawing/2014/main" id="{AF4C80DA-14CA-F090-B26A-86FCAC7C3DAD}"/>
              </a:ext>
            </a:extLst>
          </p:cNvPr>
          <p:cNvSpPr>
            <a:spLocks noGrp="1"/>
          </p:cNvSpPr>
          <p:nvPr>
            <p:ph type="pic" sz="quarter" idx="34"/>
          </p:nvPr>
        </p:nvSpPr>
        <p:spPr>
          <a:xfrm>
            <a:off x="7967662" y="0"/>
            <a:ext cx="4224338" cy="6381750"/>
          </a:xfrm>
          <a:custGeom>
            <a:avLst/>
            <a:gdLst>
              <a:gd name="csX0" fmla="*/ 0 w 4224338"/>
              <a:gd name="csY0" fmla="*/ 0 h 6381750"/>
              <a:gd name="csX1" fmla="*/ 4224338 w 4224338"/>
              <a:gd name="csY1" fmla="*/ 0 h 6381750"/>
              <a:gd name="csX2" fmla="*/ 4224338 w 4224338"/>
              <a:gd name="csY2" fmla="*/ 6381750 h 6381750"/>
              <a:gd name="csX3" fmla="*/ 1475312 w 4224338"/>
              <a:gd name="csY3" fmla="*/ 6381750 h 6381750"/>
              <a:gd name="csX4" fmla="*/ 0 w 4224338"/>
              <a:gd name="csY4" fmla="*/ 4906438 h 6381750"/>
            </a:gdLst>
            <a:ahLst/>
            <a:cxnLst>
              <a:cxn ang="0">
                <a:pos x="csX0" y="csY0"/>
              </a:cxn>
              <a:cxn ang="0">
                <a:pos x="csX1" y="csY1"/>
              </a:cxn>
              <a:cxn ang="0">
                <a:pos x="csX2" y="csY2"/>
              </a:cxn>
              <a:cxn ang="0">
                <a:pos x="csX3" y="csY3"/>
              </a:cxn>
              <a:cxn ang="0">
                <a:pos x="csX4" y="csY4"/>
              </a:cxn>
            </a:cxnLst>
            <a:rect l="l" t="t" r="r" b="b"/>
            <a:pathLst>
              <a:path w="4224338" h="6381750">
                <a:moveTo>
                  <a:pt x="0" y="0"/>
                </a:moveTo>
                <a:lnTo>
                  <a:pt x="4224338" y="0"/>
                </a:lnTo>
                <a:lnTo>
                  <a:pt x="4224338" y="6381750"/>
                </a:lnTo>
                <a:lnTo>
                  <a:pt x="1475312" y="6381750"/>
                </a:lnTo>
                <a:cubicBezTo>
                  <a:pt x="660520" y="6381750"/>
                  <a:pt x="0" y="5721230"/>
                  <a:pt x="0" y="4906438"/>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1"/>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32144"/>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293490" y="-1"/>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293490" y="3432144"/>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endParaRPr lang="en-AU" dirty="0"/>
          </a:p>
        </p:txBody>
      </p:sp>
      <p:sp>
        <p:nvSpPr>
          <p:cNvPr id="4" name="Title 3">
            <a:extLst>
              <a:ext uri="{FF2B5EF4-FFF2-40B4-BE49-F238E27FC236}">
                <a16:creationId xmlns:a16="http://schemas.microsoft.com/office/drawing/2014/main" id="{A4BF4B32-3145-473F-ACA2-E9AC7D19BD3C}"/>
              </a:ext>
            </a:extLst>
          </p:cNvPr>
          <p:cNvSpPr>
            <a:spLocks noGrp="1"/>
          </p:cNvSpPr>
          <p:nvPr>
            <p:ph type="title" hasCustomPrompt="1"/>
          </p:nvPr>
        </p:nvSpPr>
        <p:spPr>
          <a:xfrm>
            <a:off x="479424" y="893308"/>
            <a:ext cx="3419087" cy="469056"/>
          </a:xfrm>
        </p:spPr>
        <p:txBody>
          <a:bodyPr/>
          <a:lstStyle>
            <a:lvl1pPr>
              <a:defRPr sz="3600"/>
            </a:lvl1pPr>
          </a:lstStyle>
          <a:p>
            <a:r>
              <a:rPr lang="en-US" dirty="0"/>
              <a:t>Title style</a:t>
            </a:r>
            <a:endParaRPr lang="en-AU" dirty="0"/>
          </a:p>
        </p:txBody>
      </p:sp>
      <p:sp>
        <p:nvSpPr>
          <p:cNvPr id="3" name="Content Placeholder 9">
            <a:extLst>
              <a:ext uri="{FF2B5EF4-FFF2-40B4-BE49-F238E27FC236}">
                <a16:creationId xmlns:a16="http://schemas.microsoft.com/office/drawing/2014/main" id="{919CBD8E-3770-7829-B81C-887EC570AA59}"/>
              </a:ext>
            </a:extLst>
          </p:cNvPr>
          <p:cNvSpPr>
            <a:spLocks noGrp="1"/>
          </p:cNvSpPr>
          <p:nvPr>
            <p:ph sz="quarter" idx="10"/>
          </p:nvPr>
        </p:nvSpPr>
        <p:spPr>
          <a:xfrm>
            <a:off x="479424" y="2255224"/>
            <a:ext cx="3419087"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A52F3770-19C5-C250-0939-BF474B72D8D0}"/>
              </a:ext>
            </a:extLst>
          </p:cNvPr>
          <p:cNvSpPr>
            <a:spLocks noGrp="1"/>
          </p:cNvSpPr>
          <p:nvPr>
            <p:ph type="body" sz="quarter" idx="32" hasCustomPrompt="1"/>
          </p:nvPr>
        </p:nvSpPr>
        <p:spPr>
          <a:xfrm>
            <a:off x="479424" y="1573248"/>
            <a:ext cx="3419087"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485949" y="3862812"/>
            <a:ext cx="3587751"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384431" y="3862812"/>
            <a:ext cx="3485678"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8302" y="3862065"/>
            <a:ext cx="3594272"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3" name="Title 3">
            <a:extLst>
              <a:ext uri="{FF2B5EF4-FFF2-40B4-BE49-F238E27FC236}">
                <a16:creationId xmlns:a16="http://schemas.microsoft.com/office/drawing/2014/main" id="{09EFA8B0-6F1D-3FA5-D5DE-A78BF8759503}"/>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A272CD57-BDE9-E3AF-4B63-2D4ED2B9B855}"/>
              </a:ext>
            </a:extLst>
          </p:cNvPr>
          <p:cNvSpPr>
            <a:spLocks noGrp="1"/>
          </p:cNvSpPr>
          <p:nvPr>
            <p:ph type="body" sz="quarter" idx="53"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35EAB24A-D8DA-1396-1E18-B18BBCBFDE55}"/>
              </a:ext>
            </a:extLst>
          </p:cNvPr>
          <p:cNvSpPr>
            <a:spLocks noGrp="1"/>
          </p:cNvSpPr>
          <p:nvPr>
            <p:ph sz="quarter" idx="10"/>
          </p:nvPr>
        </p:nvSpPr>
        <p:spPr>
          <a:xfrm>
            <a:off x="479424" y="2255224"/>
            <a:ext cx="3587751" cy="131779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Content Placeholder 9">
            <a:extLst>
              <a:ext uri="{FF2B5EF4-FFF2-40B4-BE49-F238E27FC236}">
                <a16:creationId xmlns:a16="http://schemas.microsoft.com/office/drawing/2014/main" id="{01007295-B63F-1B35-3794-AF5DE83FCA49}"/>
              </a:ext>
            </a:extLst>
          </p:cNvPr>
          <p:cNvSpPr>
            <a:spLocks noGrp="1"/>
          </p:cNvSpPr>
          <p:nvPr>
            <p:ph sz="quarter" idx="34"/>
          </p:nvPr>
        </p:nvSpPr>
        <p:spPr>
          <a:xfrm>
            <a:off x="8124823" y="2255224"/>
            <a:ext cx="3587751" cy="131779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Content Placeholder 9">
            <a:extLst>
              <a:ext uri="{FF2B5EF4-FFF2-40B4-BE49-F238E27FC236}">
                <a16:creationId xmlns:a16="http://schemas.microsoft.com/office/drawing/2014/main" id="{C8E6D614-DBC8-6713-90B3-CFDB14071850}"/>
              </a:ext>
            </a:extLst>
          </p:cNvPr>
          <p:cNvSpPr>
            <a:spLocks noGrp="1"/>
          </p:cNvSpPr>
          <p:nvPr>
            <p:ph sz="quarter" idx="35"/>
          </p:nvPr>
        </p:nvSpPr>
        <p:spPr>
          <a:xfrm>
            <a:off x="4384431" y="2255224"/>
            <a:ext cx="3485678" cy="131779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9" y="3271415"/>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4000" y="3271415"/>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9" y="5418030"/>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4000" y="5418030"/>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7" y="5418129"/>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
        <p:nvSpPr>
          <p:cNvPr id="3" name="Content Placeholder 2">
            <a:extLst>
              <a:ext uri="{FF2B5EF4-FFF2-40B4-BE49-F238E27FC236}">
                <a16:creationId xmlns:a16="http://schemas.microsoft.com/office/drawing/2014/main" id="{B91D2368-D448-4F04-824D-4A3EF656D5ED}"/>
              </a:ext>
            </a:extLst>
          </p:cNvPr>
          <p:cNvSpPr>
            <a:spLocks noGrp="1"/>
          </p:cNvSpPr>
          <p:nvPr>
            <p:ph sz="quarter" idx="41" hasCustomPrompt="1"/>
          </p:nvPr>
        </p:nvSpPr>
        <p:spPr>
          <a:xfrm>
            <a:off x="1944150" y="2321516"/>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7" name="Content Placeholder 2">
            <a:extLst>
              <a:ext uri="{FF2B5EF4-FFF2-40B4-BE49-F238E27FC236}">
                <a16:creationId xmlns:a16="http://schemas.microsoft.com/office/drawing/2014/main" id="{A9649456-8637-4360-BBD3-85C56C7B2274}"/>
              </a:ext>
            </a:extLst>
          </p:cNvPr>
          <p:cNvSpPr>
            <a:spLocks noGrp="1"/>
          </p:cNvSpPr>
          <p:nvPr>
            <p:ph sz="quarter" idx="42" hasCustomPrompt="1"/>
          </p:nvPr>
        </p:nvSpPr>
        <p:spPr>
          <a:xfrm>
            <a:off x="5628481" y="2321516"/>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8" name="Text Placeholder 14">
            <a:extLst>
              <a:ext uri="{FF2B5EF4-FFF2-40B4-BE49-F238E27FC236}">
                <a16:creationId xmlns:a16="http://schemas.microsoft.com/office/drawing/2014/main" id="{ABC2BBD3-CE16-4D42-BE52-82E0EEDC9726}"/>
              </a:ext>
            </a:extLst>
          </p:cNvPr>
          <p:cNvSpPr>
            <a:spLocks noGrp="1"/>
          </p:cNvSpPr>
          <p:nvPr>
            <p:ph type="body" sz="quarter" idx="43" hasCustomPrompt="1"/>
          </p:nvPr>
        </p:nvSpPr>
        <p:spPr>
          <a:xfrm>
            <a:off x="8091107" y="3271415"/>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9" name="Content Placeholder 2">
            <a:extLst>
              <a:ext uri="{FF2B5EF4-FFF2-40B4-BE49-F238E27FC236}">
                <a16:creationId xmlns:a16="http://schemas.microsoft.com/office/drawing/2014/main" id="{C5A7B488-C2A3-4A1D-9325-F1CD7F4FEF8D}"/>
              </a:ext>
            </a:extLst>
          </p:cNvPr>
          <p:cNvSpPr>
            <a:spLocks noGrp="1"/>
          </p:cNvSpPr>
          <p:nvPr>
            <p:ph sz="quarter" idx="44" hasCustomPrompt="1"/>
          </p:nvPr>
        </p:nvSpPr>
        <p:spPr>
          <a:xfrm>
            <a:off x="9315588" y="2321516"/>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0" name="Content Placeholder 2">
            <a:extLst>
              <a:ext uri="{FF2B5EF4-FFF2-40B4-BE49-F238E27FC236}">
                <a16:creationId xmlns:a16="http://schemas.microsoft.com/office/drawing/2014/main" id="{A07AED75-9446-4235-B6D5-E94B587A90EC}"/>
              </a:ext>
            </a:extLst>
          </p:cNvPr>
          <p:cNvSpPr>
            <a:spLocks noGrp="1"/>
          </p:cNvSpPr>
          <p:nvPr>
            <p:ph sz="quarter" idx="45" hasCustomPrompt="1"/>
          </p:nvPr>
        </p:nvSpPr>
        <p:spPr>
          <a:xfrm>
            <a:off x="1944150" y="4478190"/>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1" name="Content Placeholder 2">
            <a:extLst>
              <a:ext uri="{FF2B5EF4-FFF2-40B4-BE49-F238E27FC236}">
                <a16:creationId xmlns:a16="http://schemas.microsoft.com/office/drawing/2014/main" id="{154C06CF-1094-450B-B523-120305F61CF8}"/>
              </a:ext>
            </a:extLst>
          </p:cNvPr>
          <p:cNvSpPr>
            <a:spLocks noGrp="1"/>
          </p:cNvSpPr>
          <p:nvPr>
            <p:ph sz="quarter" idx="46" hasCustomPrompt="1"/>
          </p:nvPr>
        </p:nvSpPr>
        <p:spPr>
          <a:xfrm>
            <a:off x="5628481" y="4478190"/>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2" name="Content Placeholder 2">
            <a:extLst>
              <a:ext uri="{FF2B5EF4-FFF2-40B4-BE49-F238E27FC236}">
                <a16:creationId xmlns:a16="http://schemas.microsoft.com/office/drawing/2014/main" id="{A79A2BE6-224B-4008-A847-524C659BA6DE}"/>
              </a:ext>
            </a:extLst>
          </p:cNvPr>
          <p:cNvSpPr>
            <a:spLocks noGrp="1"/>
          </p:cNvSpPr>
          <p:nvPr>
            <p:ph sz="quarter" idx="47" hasCustomPrompt="1"/>
          </p:nvPr>
        </p:nvSpPr>
        <p:spPr>
          <a:xfrm>
            <a:off x="9315588" y="4478190"/>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50" name="Text Placeholder 49">
            <a:extLst>
              <a:ext uri="{FF2B5EF4-FFF2-40B4-BE49-F238E27FC236}">
                <a16:creationId xmlns:a16="http://schemas.microsoft.com/office/drawing/2014/main" id="{B2B5AAD5-088A-40FA-8D98-F1660EE94401}"/>
              </a:ext>
            </a:extLst>
          </p:cNvPr>
          <p:cNvSpPr>
            <a:spLocks noGrp="1"/>
          </p:cNvSpPr>
          <p:nvPr>
            <p:ph type="body" sz="quarter" idx="20"/>
          </p:nvPr>
        </p:nvSpPr>
        <p:spPr>
          <a:xfrm>
            <a:off x="719669" y="3545553"/>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1" name="Text Placeholder 50">
            <a:extLst>
              <a:ext uri="{FF2B5EF4-FFF2-40B4-BE49-F238E27FC236}">
                <a16:creationId xmlns:a16="http://schemas.microsoft.com/office/drawing/2014/main" id="{B96D700E-8A32-4E42-821F-DCAA6F725DDB}"/>
              </a:ext>
            </a:extLst>
          </p:cNvPr>
          <p:cNvSpPr>
            <a:spLocks noGrp="1"/>
          </p:cNvSpPr>
          <p:nvPr>
            <p:ph type="body" sz="quarter" idx="48"/>
          </p:nvPr>
        </p:nvSpPr>
        <p:spPr>
          <a:xfrm>
            <a:off x="4404000" y="3545553"/>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2" name="Text Placeholder 51">
            <a:extLst>
              <a:ext uri="{FF2B5EF4-FFF2-40B4-BE49-F238E27FC236}">
                <a16:creationId xmlns:a16="http://schemas.microsoft.com/office/drawing/2014/main" id="{B4C604B0-1898-4D36-B3EA-B6BC5BA6D5F0}"/>
              </a:ext>
            </a:extLst>
          </p:cNvPr>
          <p:cNvSpPr>
            <a:spLocks noGrp="1"/>
          </p:cNvSpPr>
          <p:nvPr>
            <p:ph type="body" sz="quarter" idx="49"/>
          </p:nvPr>
        </p:nvSpPr>
        <p:spPr>
          <a:xfrm>
            <a:off x="8091107" y="3545553"/>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3" name="Text Placeholder 52">
            <a:extLst>
              <a:ext uri="{FF2B5EF4-FFF2-40B4-BE49-F238E27FC236}">
                <a16:creationId xmlns:a16="http://schemas.microsoft.com/office/drawing/2014/main" id="{E99A811A-E6D0-4129-9394-A6BD6BC81158}"/>
              </a:ext>
            </a:extLst>
          </p:cNvPr>
          <p:cNvSpPr>
            <a:spLocks noGrp="1"/>
          </p:cNvSpPr>
          <p:nvPr>
            <p:ph type="body" sz="quarter" idx="50"/>
          </p:nvPr>
        </p:nvSpPr>
        <p:spPr>
          <a:xfrm>
            <a:off x="719669" y="5722695"/>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4" name="Text Placeholder 53">
            <a:extLst>
              <a:ext uri="{FF2B5EF4-FFF2-40B4-BE49-F238E27FC236}">
                <a16:creationId xmlns:a16="http://schemas.microsoft.com/office/drawing/2014/main" id="{92ABE221-1714-464C-9F47-13AA952154A9}"/>
              </a:ext>
            </a:extLst>
          </p:cNvPr>
          <p:cNvSpPr>
            <a:spLocks noGrp="1"/>
          </p:cNvSpPr>
          <p:nvPr>
            <p:ph type="body" sz="quarter" idx="51"/>
          </p:nvPr>
        </p:nvSpPr>
        <p:spPr>
          <a:xfrm>
            <a:off x="4404000" y="5722695"/>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5" name="Text Placeholder 54">
            <a:extLst>
              <a:ext uri="{FF2B5EF4-FFF2-40B4-BE49-F238E27FC236}">
                <a16:creationId xmlns:a16="http://schemas.microsoft.com/office/drawing/2014/main" id="{D31D0BA8-500F-44DE-802E-21AECAE96B24}"/>
              </a:ext>
            </a:extLst>
          </p:cNvPr>
          <p:cNvSpPr>
            <a:spLocks noGrp="1"/>
          </p:cNvSpPr>
          <p:nvPr>
            <p:ph type="body" sz="quarter" idx="52"/>
          </p:nvPr>
        </p:nvSpPr>
        <p:spPr>
          <a:xfrm>
            <a:off x="8091107" y="5722695"/>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4" name="Title 3">
            <a:extLst>
              <a:ext uri="{FF2B5EF4-FFF2-40B4-BE49-F238E27FC236}">
                <a16:creationId xmlns:a16="http://schemas.microsoft.com/office/drawing/2014/main" id="{EFA28934-1104-B82C-2D0A-4CF994E990F9}"/>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E463A811-89AA-C956-B600-9A35D201FD55}"/>
              </a:ext>
            </a:extLst>
          </p:cNvPr>
          <p:cNvSpPr>
            <a:spLocks noGrp="1"/>
          </p:cNvSpPr>
          <p:nvPr>
            <p:ph type="body" sz="quarter" idx="53"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112705" y="2363152"/>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28861"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28861"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65655" y="2363152"/>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81811"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81811"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719695" y="2363152"/>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35851"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35851"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48303" y="2363152"/>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64459"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64459"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
        <p:nvSpPr>
          <p:cNvPr id="3" name="Title 3">
            <a:extLst>
              <a:ext uri="{FF2B5EF4-FFF2-40B4-BE49-F238E27FC236}">
                <a16:creationId xmlns:a16="http://schemas.microsoft.com/office/drawing/2014/main" id="{01D54C86-4413-02C5-0A93-C116834BD2E1}"/>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1DE0003D-4D2E-6D51-02D8-02AC677C4619}"/>
              </a:ext>
            </a:extLst>
          </p:cNvPr>
          <p:cNvSpPr>
            <a:spLocks noGrp="1"/>
          </p:cNvSpPr>
          <p:nvPr>
            <p:ph type="body" sz="quarter" idx="42"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aph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599" y="1272894"/>
            <a:ext cx="5346039" cy="5108856"/>
          </a:xfrm>
          <a:prstGeom prst="rect">
            <a:avLst/>
          </a:prstGeom>
          <a:solidFill>
            <a:schemeClr val="accent1"/>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4" name="Content Placeholder 9">
            <a:extLst>
              <a:ext uri="{FF2B5EF4-FFF2-40B4-BE49-F238E27FC236}">
                <a16:creationId xmlns:a16="http://schemas.microsoft.com/office/drawing/2014/main" id="{43C3501C-A414-1050-2672-EEB7D3C6A72D}"/>
              </a:ext>
            </a:extLst>
          </p:cNvPr>
          <p:cNvSpPr>
            <a:spLocks noGrp="1"/>
          </p:cNvSpPr>
          <p:nvPr>
            <p:ph sz="quarter" idx="10"/>
          </p:nvPr>
        </p:nvSpPr>
        <p:spPr>
          <a:xfrm>
            <a:off x="479424" y="3305818"/>
            <a:ext cx="5616576" cy="307593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3">
            <a:extLst>
              <a:ext uri="{FF2B5EF4-FFF2-40B4-BE49-F238E27FC236}">
                <a16:creationId xmlns:a16="http://schemas.microsoft.com/office/drawing/2014/main" id="{9739FA73-74C3-3748-1FAD-0F81FFA07983}"/>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F88BE621-24F9-2556-D4EB-4F4F23113F0F}"/>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aph with Neutral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599" y="1276218"/>
            <a:ext cx="5342561" cy="5105532"/>
          </a:xfrm>
          <a:prstGeom prst="rect">
            <a:avLst/>
          </a:prstGeom>
          <a:solidFill>
            <a:srgbClr val="D7D1CC"/>
          </a:solidFill>
        </p:spPr>
        <p:txBody>
          <a:bodyPr lIns="180000" rIns="180000" anchor="ctr">
            <a:normAutofit/>
          </a:bodyPr>
          <a:lstStyle>
            <a:lvl1pPr marL="108000" algn="l">
              <a:defRPr sz="1800">
                <a:solidFill>
                  <a:schemeClr val="tx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3" name="Content Placeholder 9">
            <a:extLst>
              <a:ext uri="{FF2B5EF4-FFF2-40B4-BE49-F238E27FC236}">
                <a16:creationId xmlns:a16="http://schemas.microsoft.com/office/drawing/2014/main" id="{A2D64416-2888-E40E-073B-DD693DAFFE59}"/>
              </a:ext>
            </a:extLst>
          </p:cNvPr>
          <p:cNvSpPr>
            <a:spLocks noGrp="1"/>
          </p:cNvSpPr>
          <p:nvPr>
            <p:ph sz="quarter" idx="10"/>
          </p:nvPr>
        </p:nvSpPr>
        <p:spPr>
          <a:xfrm>
            <a:off x="479424" y="3305818"/>
            <a:ext cx="5616576" cy="307593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0982C05B-EB5F-7ECF-A4E8-1B62959B267C}"/>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3CE0BA62-FA81-2B23-6BD2-F6FA27424887}"/>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 with Grey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1276218"/>
            <a:ext cx="5327974" cy="5091592"/>
          </a:xfrm>
          <a:prstGeom prst="rect">
            <a:avLst/>
          </a:prstGeom>
          <a:solidFill>
            <a:srgbClr val="999490"/>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3" name="Content Placeholder 9">
            <a:extLst>
              <a:ext uri="{FF2B5EF4-FFF2-40B4-BE49-F238E27FC236}">
                <a16:creationId xmlns:a16="http://schemas.microsoft.com/office/drawing/2014/main" id="{62319ED4-653B-CEC3-3E72-36058D6EFF13}"/>
              </a:ext>
            </a:extLst>
          </p:cNvPr>
          <p:cNvSpPr>
            <a:spLocks noGrp="1"/>
          </p:cNvSpPr>
          <p:nvPr>
            <p:ph sz="quarter" idx="10"/>
          </p:nvPr>
        </p:nvSpPr>
        <p:spPr>
          <a:xfrm>
            <a:off x="479424" y="3305818"/>
            <a:ext cx="5616576" cy="307593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253ECAFF-C941-D5FA-A0CA-8CDF274A4EF0}"/>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CE7E0213-976A-5628-635C-AC60B7531B6C}"/>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5" name="Title 3">
            <a:extLst>
              <a:ext uri="{FF2B5EF4-FFF2-40B4-BE49-F238E27FC236}">
                <a16:creationId xmlns:a16="http://schemas.microsoft.com/office/drawing/2014/main" id="{9739FA73-74C3-3748-1FAD-0F81FFA07983}"/>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F88BE621-24F9-2556-D4EB-4F4F23113F0F}"/>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2" name="Text Placeholder 4">
            <a:extLst>
              <a:ext uri="{FF2B5EF4-FFF2-40B4-BE49-F238E27FC236}">
                <a16:creationId xmlns:a16="http://schemas.microsoft.com/office/drawing/2014/main" id="{45613D74-E949-9C78-0F5C-A4BEC4A317AD}"/>
              </a:ext>
            </a:extLst>
          </p:cNvPr>
          <p:cNvSpPr>
            <a:spLocks noGrp="1"/>
          </p:cNvSpPr>
          <p:nvPr>
            <p:ph idx="1"/>
          </p:nvPr>
        </p:nvSpPr>
        <p:spPr>
          <a:xfrm>
            <a:off x="479425" y="3305818"/>
            <a:ext cx="5616575" cy="3075932"/>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3" name="Freeform 2">
            <a:extLst>
              <a:ext uri="{FF2B5EF4-FFF2-40B4-BE49-F238E27FC236}">
                <a16:creationId xmlns:a16="http://schemas.microsoft.com/office/drawing/2014/main" id="{B39DF032-A55C-0205-77CC-FBAD702882E9}"/>
              </a:ext>
            </a:extLst>
          </p:cNvPr>
          <p:cNvSpPr/>
          <p:nvPr userDrawn="1"/>
        </p:nvSpPr>
        <p:spPr>
          <a:xfrm>
            <a:off x="6384600" y="1290158"/>
            <a:ext cx="5327974" cy="5091592"/>
          </a:xfrm>
          <a:custGeom>
            <a:avLst/>
            <a:gdLst>
              <a:gd name="csX0" fmla="*/ 0 w 5327974"/>
              <a:gd name="csY0" fmla="*/ 0 h 5091592"/>
              <a:gd name="csX1" fmla="*/ 5327974 w 5327974"/>
              <a:gd name="csY1" fmla="*/ 0 h 5091592"/>
              <a:gd name="csX2" fmla="*/ 5327974 w 5327974"/>
              <a:gd name="csY2" fmla="*/ 3717460 h 5091592"/>
              <a:gd name="csX3" fmla="*/ 3953842 w 5327974"/>
              <a:gd name="csY3" fmla="*/ 5091592 h 5091592"/>
              <a:gd name="csX4" fmla="*/ 0 w 5327974"/>
              <a:gd name="csY4" fmla="*/ 5091592 h 5091592"/>
            </a:gdLst>
            <a:ahLst/>
            <a:cxnLst>
              <a:cxn ang="0">
                <a:pos x="csX0" y="csY0"/>
              </a:cxn>
              <a:cxn ang="0">
                <a:pos x="csX1" y="csY1"/>
              </a:cxn>
              <a:cxn ang="0">
                <a:pos x="csX2" y="csY2"/>
              </a:cxn>
              <a:cxn ang="0">
                <a:pos x="csX3" y="csY3"/>
              </a:cxn>
              <a:cxn ang="0">
                <a:pos x="csX4" y="csY4"/>
              </a:cxn>
            </a:cxnLst>
            <a:rect l="l" t="t" r="r" b="b"/>
            <a:pathLst>
              <a:path w="5327974" h="5091592">
                <a:moveTo>
                  <a:pt x="0" y="0"/>
                </a:moveTo>
                <a:lnTo>
                  <a:pt x="5327974" y="0"/>
                </a:lnTo>
                <a:lnTo>
                  <a:pt x="5327974" y="3717460"/>
                </a:lnTo>
                <a:cubicBezTo>
                  <a:pt x="5327974" y="4476372"/>
                  <a:pt x="4712754" y="5091592"/>
                  <a:pt x="3953842" y="5091592"/>
                </a:cubicBezTo>
                <a:lnTo>
                  <a:pt x="0" y="509159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 Placeholder 6">
            <a:extLst>
              <a:ext uri="{FF2B5EF4-FFF2-40B4-BE49-F238E27FC236}">
                <a16:creationId xmlns:a16="http://schemas.microsoft.com/office/drawing/2014/main" id="{15FB939B-1052-2EB4-A2BD-0ACCD8CBF952}"/>
              </a:ext>
            </a:extLst>
          </p:cNvPr>
          <p:cNvSpPr>
            <a:spLocks noGrp="1"/>
          </p:cNvSpPr>
          <p:nvPr>
            <p:ph type="body" sz="quarter" idx="14" hasCustomPrompt="1"/>
          </p:nvPr>
        </p:nvSpPr>
        <p:spPr>
          <a:xfrm>
            <a:off x="6384599" y="1671293"/>
            <a:ext cx="4895977" cy="4329323"/>
          </a:xfrm>
          <a:prstGeom prst="rect">
            <a:avLst/>
          </a:prstGeom>
          <a:no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268768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with Neutral Bloc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4" name="Title 3">
            <a:extLst>
              <a:ext uri="{FF2B5EF4-FFF2-40B4-BE49-F238E27FC236}">
                <a16:creationId xmlns:a16="http://schemas.microsoft.com/office/drawing/2014/main" id="{0982C05B-EB5F-7ECF-A4E8-1B62959B267C}"/>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3CE0BA62-FA81-2B23-6BD2-F6FA27424887}"/>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13" name="Text Placeholder 4">
            <a:extLst>
              <a:ext uri="{FF2B5EF4-FFF2-40B4-BE49-F238E27FC236}">
                <a16:creationId xmlns:a16="http://schemas.microsoft.com/office/drawing/2014/main" id="{E1920B90-DAA5-B751-5EA1-5F06FA9E90BE}"/>
              </a:ext>
            </a:extLst>
          </p:cNvPr>
          <p:cNvSpPr>
            <a:spLocks noGrp="1"/>
          </p:cNvSpPr>
          <p:nvPr>
            <p:ph idx="32"/>
          </p:nvPr>
        </p:nvSpPr>
        <p:spPr>
          <a:xfrm>
            <a:off x="479425" y="3305818"/>
            <a:ext cx="5616575" cy="3084493"/>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5" name="Freeform 14">
            <a:extLst>
              <a:ext uri="{FF2B5EF4-FFF2-40B4-BE49-F238E27FC236}">
                <a16:creationId xmlns:a16="http://schemas.microsoft.com/office/drawing/2014/main" id="{CF226896-64ED-7B6B-AAB5-7F257FD8F066}"/>
              </a:ext>
            </a:extLst>
          </p:cNvPr>
          <p:cNvSpPr/>
          <p:nvPr userDrawn="1"/>
        </p:nvSpPr>
        <p:spPr>
          <a:xfrm>
            <a:off x="6384600" y="1290158"/>
            <a:ext cx="5327974" cy="5091592"/>
          </a:xfrm>
          <a:custGeom>
            <a:avLst/>
            <a:gdLst>
              <a:gd name="csX0" fmla="*/ 0 w 5327974"/>
              <a:gd name="csY0" fmla="*/ 0 h 5091592"/>
              <a:gd name="csX1" fmla="*/ 5327974 w 5327974"/>
              <a:gd name="csY1" fmla="*/ 0 h 5091592"/>
              <a:gd name="csX2" fmla="*/ 5327974 w 5327974"/>
              <a:gd name="csY2" fmla="*/ 3717460 h 5091592"/>
              <a:gd name="csX3" fmla="*/ 3953842 w 5327974"/>
              <a:gd name="csY3" fmla="*/ 5091592 h 5091592"/>
              <a:gd name="csX4" fmla="*/ 0 w 5327974"/>
              <a:gd name="csY4" fmla="*/ 5091592 h 5091592"/>
            </a:gdLst>
            <a:ahLst/>
            <a:cxnLst>
              <a:cxn ang="0">
                <a:pos x="csX0" y="csY0"/>
              </a:cxn>
              <a:cxn ang="0">
                <a:pos x="csX1" y="csY1"/>
              </a:cxn>
              <a:cxn ang="0">
                <a:pos x="csX2" y="csY2"/>
              </a:cxn>
              <a:cxn ang="0">
                <a:pos x="csX3" y="csY3"/>
              </a:cxn>
              <a:cxn ang="0">
                <a:pos x="csX4" y="csY4"/>
              </a:cxn>
            </a:cxnLst>
            <a:rect l="l" t="t" r="r" b="b"/>
            <a:pathLst>
              <a:path w="5327974" h="5091592">
                <a:moveTo>
                  <a:pt x="0" y="0"/>
                </a:moveTo>
                <a:lnTo>
                  <a:pt x="5327974" y="0"/>
                </a:lnTo>
                <a:lnTo>
                  <a:pt x="5327974" y="3717460"/>
                </a:lnTo>
                <a:cubicBezTo>
                  <a:pt x="5327974" y="4476372"/>
                  <a:pt x="4712754" y="5091592"/>
                  <a:pt x="3953842" y="5091592"/>
                </a:cubicBezTo>
                <a:lnTo>
                  <a:pt x="0" y="509159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Text Placeholder 6">
            <a:extLst>
              <a:ext uri="{FF2B5EF4-FFF2-40B4-BE49-F238E27FC236}">
                <a16:creationId xmlns:a16="http://schemas.microsoft.com/office/drawing/2014/main" id="{97368B7D-B079-FEEC-53CC-564CF45D4308}"/>
              </a:ext>
            </a:extLst>
          </p:cNvPr>
          <p:cNvSpPr>
            <a:spLocks noGrp="1"/>
          </p:cNvSpPr>
          <p:nvPr>
            <p:ph type="body" sz="quarter" idx="14" hasCustomPrompt="1"/>
          </p:nvPr>
        </p:nvSpPr>
        <p:spPr>
          <a:xfrm>
            <a:off x="6384599" y="1671293"/>
            <a:ext cx="4895977" cy="4329323"/>
          </a:xfrm>
          <a:prstGeom prst="rect">
            <a:avLst/>
          </a:prstGeom>
          <a:noFill/>
        </p:spPr>
        <p:txBody>
          <a:bodyPr lIns="180000" rIns="180000" anchor="ctr">
            <a:normAutofit/>
          </a:bodyPr>
          <a:lstStyle>
            <a:lvl1pPr marL="108000" algn="l">
              <a:defRPr sz="1800">
                <a:solidFill>
                  <a:schemeClr val="tx1"/>
                </a:solidFill>
              </a:defRPr>
            </a:lvl1pPr>
          </a:lstStyle>
          <a:p>
            <a:pPr lvl="0"/>
            <a:r>
              <a:rPr lang="en-US" dirty="0"/>
              <a:t>Edit Master text styles</a:t>
            </a:r>
          </a:p>
        </p:txBody>
      </p:sp>
    </p:spTree>
    <p:extLst>
      <p:ext uri="{BB962C8B-B14F-4D97-AF65-F5344CB8AC3E}">
        <p14:creationId xmlns:p14="http://schemas.microsoft.com/office/powerpoint/2010/main" val="304416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ith Grey Bloc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4" name="Title 3">
            <a:extLst>
              <a:ext uri="{FF2B5EF4-FFF2-40B4-BE49-F238E27FC236}">
                <a16:creationId xmlns:a16="http://schemas.microsoft.com/office/drawing/2014/main" id="{253ECAFF-C941-D5FA-A0CA-8CDF274A4EF0}"/>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CE7E0213-976A-5628-635C-AC60B7531B6C}"/>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6" name="Text Placeholder 4">
            <a:extLst>
              <a:ext uri="{FF2B5EF4-FFF2-40B4-BE49-F238E27FC236}">
                <a16:creationId xmlns:a16="http://schemas.microsoft.com/office/drawing/2014/main" id="{7F51D36C-464A-753A-A6C2-6007FD2CD35B}"/>
              </a:ext>
            </a:extLst>
          </p:cNvPr>
          <p:cNvSpPr>
            <a:spLocks noGrp="1"/>
          </p:cNvSpPr>
          <p:nvPr>
            <p:ph idx="32"/>
          </p:nvPr>
        </p:nvSpPr>
        <p:spPr>
          <a:xfrm>
            <a:off x="479425" y="3314346"/>
            <a:ext cx="5616575" cy="3067403"/>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6" name="Freeform 15">
            <a:extLst>
              <a:ext uri="{FF2B5EF4-FFF2-40B4-BE49-F238E27FC236}">
                <a16:creationId xmlns:a16="http://schemas.microsoft.com/office/drawing/2014/main" id="{65853BB6-C502-32B6-58E2-30B288C2E679}"/>
              </a:ext>
            </a:extLst>
          </p:cNvPr>
          <p:cNvSpPr/>
          <p:nvPr userDrawn="1"/>
        </p:nvSpPr>
        <p:spPr>
          <a:xfrm>
            <a:off x="6384600" y="1290158"/>
            <a:ext cx="5327974" cy="5091592"/>
          </a:xfrm>
          <a:custGeom>
            <a:avLst/>
            <a:gdLst>
              <a:gd name="csX0" fmla="*/ 0 w 5327974"/>
              <a:gd name="csY0" fmla="*/ 0 h 5091592"/>
              <a:gd name="csX1" fmla="*/ 5327974 w 5327974"/>
              <a:gd name="csY1" fmla="*/ 0 h 5091592"/>
              <a:gd name="csX2" fmla="*/ 5327974 w 5327974"/>
              <a:gd name="csY2" fmla="*/ 3717460 h 5091592"/>
              <a:gd name="csX3" fmla="*/ 3953842 w 5327974"/>
              <a:gd name="csY3" fmla="*/ 5091592 h 5091592"/>
              <a:gd name="csX4" fmla="*/ 0 w 5327974"/>
              <a:gd name="csY4" fmla="*/ 5091592 h 5091592"/>
            </a:gdLst>
            <a:ahLst/>
            <a:cxnLst>
              <a:cxn ang="0">
                <a:pos x="csX0" y="csY0"/>
              </a:cxn>
              <a:cxn ang="0">
                <a:pos x="csX1" y="csY1"/>
              </a:cxn>
              <a:cxn ang="0">
                <a:pos x="csX2" y="csY2"/>
              </a:cxn>
              <a:cxn ang="0">
                <a:pos x="csX3" y="csY3"/>
              </a:cxn>
              <a:cxn ang="0">
                <a:pos x="csX4" y="csY4"/>
              </a:cxn>
            </a:cxnLst>
            <a:rect l="l" t="t" r="r" b="b"/>
            <a:pathLst>
              <a:path w="5327974" h="5091592">
                <a:moveTo>
                  <a:pt x="0" y="0"/>
                </a:moveTo>
                <a:lnTo>
                  <a:pt x="5327974" y="0"/>
                </a:lnTo>
                <a:lnTo>
                  <a:pt x="5327974" y="3717460"/>
                </a:lnTo>
                <a:cubicBezTo>
                  <a:pt x="5327974" y="4476372"/>
                  <a:pt x="4712754" y="5091592"/>
                  <a:pt x="3953842" y="5091592"/>
                </a:cubicBezTo>
                <a:lnTo>
                  <a:pt x="0" y="5091592"/>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Text Placeholder 6">
            <a:extLst>
              <a:ext uri="{FF2B5EF4-FFF2-40B4-BE49-F238E27FC236}">
                <a16:creationId xmlns:a16="http://schemas.microsoft.com/office/drawing/2014/main" id="{DD3F47B8-B250-F48C-4B21-5272C7937FCA}"/>
              </a:ext>
            </a:extLst>
          </p:cNvPr>
          <p:cNvSpPr>
            <a:spLocks noGrp="1"/>
          </p:cNvSpPr>
          <p:nvPr>
            <p:ph type="body" sz="quarter" idx="14" hasCustomPrompt="1"/>
          </p:nvPr>
        </p:nvSpPr>
        <p:spPr>
          <a:xfrm>
            <a:off x="6384599" y="1671293"/>
            <a:ext cx="4895977" cy="4329323"/>
          </a:xfrm>
          <a:prstGeom prst="rect">
            <a:avLst/>
          </a:prstGeom>
          <a:no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8473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200" y="2255224"/>
            <a:ext cx="3584502" cy="3671777"/>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495300" y="2245259"/>
            <a:ext cx="3584502" cy="3671777"/>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03750" y="2247916"/>
            <a:ext cx="3584502" cy="3671777"/>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3" name="Title 3">
            <a:extLst>
              <a:ext uri="{FF2B5EF4-FFF2-40B4-BE49-F238E27FC236}">
                <a16:creationId xmlns:a16="http://schemas.microsoft.com/office/drawing/2014/main" id="{13184A03-36F4-FCF1-20AB-9B1635CBEE05}"/>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3BFBA294-9F8C-CCE9-9C42-DAD73C473A9F}"/>
              </a:ext>
            </a:extLst>
          </p:cNvPr>
          <p:cNvSpPr>
            <a:spLocks noGrp="1"/>
          </p:cNvSpPr>
          <p:nvPr>
            <p:ph type="body" sz="quarter" idx="34"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
        <p:nvSpPr>
          <p:cNvPr id="29" name="Content Placeholder 28">
            <a:extLst>
              <a:ext uri="{FF2B5EF4-FFF2-40B4-BE49-F238E27FC236}">
                <a16:creationId xmlns:a16="http://schemas.microsoft.com/office/drawing/2014/main" id="{40A5220A-8DEB-49E1-AD72-4DE38F10001D}"/>
              </a:ext>
            </a:extLst>
          </p:cNvPr>
          <p:cNvSpPr>
            <a:spLocks noGrp="1"/>
          </p:cNvSpPr>
          <p:nvPr>
            <p:ph sz="quarter" idx="31"/>
          </p:nvPr>
        </p:nvSpPr>
        <p:spPr>
          <a:xfrm>
            <a:off x="494748" y="2255224"/>
            <a:ext cx="5412047" cy="1490789"/>
          </a:xfrm>
          <a:custGeom>
            <a:avLst/>
            <a:gdLst>
              <a:gd name="connsiteX0" fmla="*/ 0 w 5198532"/>
              <a:gd name="connsiteY0" fmla="*/ 0 h 1368226"/>
              <a:gd name="connsiteX1" fmla="*/ 5198532 w 5198532"/>
              <a:gd name="connsiteY1" fmla="*/ 0 h 1368226"/>
              <a:gd name="connsiteX2" fmla="*/ 5198532 w 5198532"/>
              <a:gd name="connsiteY2" fmla="*/ 1368226 h 1368226"/>
              <a:gd name="connsiteX3" fmla="*/ 0 w 5198532"/>
              <a:gd name="connsiteY3" fmla="*/ 1368226 h 1368226"/>
            </a:gdLst>
            <a:ahLst/>
            <a:cxnLst>
              <a:cxn ang="0">
                <a:pos x="connsiteX0" y="connsiteY0"/>
              </a:cxn>
              <a:cxn ang="0">
                <a:pos x="connsiteX1" y="connsiteY1"/>
              </a:cxn>
              <a:cxn ang="0">
                <a:pos x="connsiteX2" y="connsiteY2"/>
              </a:cxn>
              <a:cxn ang="0">
                <a:pos x="connsiteX3" y="connsiteY3"/>
              </a:cxn>
            </a:cxnLst>
            <a:rect l="l" t="t" r="r" b="b"/>
            <a:pathLst>
              <a:path w="5198532" h="1368226">
                <a:moveTo>
                  <a:pt x="0" y="0"/>
                </a:moveTo>
                <a:lnTo>
                  <a:pt x="5198532" y="0"/>
                </a:lnTo>
                <a:lnTo>
                  <a:pt x="5198532" y="1368226"/>
                </a:lnTo>
                <a:lnTo>
                  <a:pt x="0" y="1368226"/>
                </a:lnTo>
                <a:close/>
              </a:path>
            </a:pathLst>
          </a:cu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Text Placeholder 8">
            <a:extLst>
              <a:ext uri="{FF2B5EF4-FFF2-40B4-BE49-F238E27FC236}">
                <a16:creationId xmlns:a16="http://schemas.microsoft.com/office/drawing/2014/main" id="{ACC5E923-0F11-FC3D-67D3-132B5FEF90D8}"/>
              </a:ext>
            </a:extLst>
          </p:cNvPr>
          <p:cNvSpPr>
            <a:spLocks noGrp="1"/>
          </p:cNvSpPr>
          <p:nvPr>
            <p:ph type="body" sz="quarter" idx="28"/>
          </p:nvPr>
        </p:nvSpPr>
        <p:spPr>
          <a:xfrm>
            <a:off x="476325" y="3959842"/>
            <a:ext cx="5430470" cy="2421908"/>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itle 3">
            <a:extLst>
              <a:ext uri="{FF2B5EF4-FFF2-40B4-BE49-F238E27FC236}">
                <a16:creationId xmlns:a16="http://schemas.microsoft.com/office/drawing/2014/main" id="{31A52EEE-7440-4E1E-7FFA-F213B4D84B42}"/>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10" name="Text Placeholder 5">
            <a:extLst>
              <a:ext uri="{FF2B5EF4-FFF2-40B4-BE49-F238E27FC236}">
                <a16:creationId xmlns:a16="http://schemas.microsoft.com/office/drawing/2014/main" id="{E4E25D70-C914-D1F1-DA51-874D6B0D504A}"/>
              </a:ext>
            </a:extLst>
          </p:cNvPr>
          <p:cNvSpPr>
            <a:spLocks noGrp="1"/>
          </p:cNvSpPr>
          <p:nvPr>
            <p:ph type="body" sz="quarter" idx="34"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12" name="Content Placeholder 28">
            <a:extLst>
              <a:ext uri="{FF2B5EF4-FFF2-40B4-BE49-F238E27FC236}">
                <a16:creationId xmlns:a16="http://schemas.microsoft.com/office/drawing/2014/main" id="{68A78954-C598-334A-B4E0-A0F0D0361E61}"/>
              </a:ext>
            </a:extLst>
          </p:cNvPr>
          <p:cNvSpPr>
            <a:spLocks noGrp="1"/>
          </p:cNvSpPr>
          <p:nvPr>
            <p:ph sz="quarter" idx="35"/>
          </p:nvPr>
        </p:nvSpPr>
        <p:spPr>
          <a:xfrm>
            <a:off x="6285207" y="4890961"/>
            <a:ext cx="5412047" cy="1490789"/>
          </a:xfrm>
          <a:custGeom>
            <a:avLst/>
            <a:gdLst>
              <a:gd name="connsiteX0" fmla="*/ 0 w 5198532"/>
              <a:gd name="connsiteY0" fmla="*/ 0 h 1368226"/>
              <a:gd name="connsiteX1" fmla="*/ 5198532 w 5198532"/>
              <a:gd name="connsiteY1" fmla="*/ 0 h 1368226"/>
              <a:gd name="connsiteX2" fmla="*/ 5198532 w 5198532"/>
              <a:gd name="connsiteY2" fmla="*/ 1368226 h 1368226"/>
              <a:gd name="connsiteX3" fmla="*/ 0 w 5198532"/>
              <a:gd name="connsiteY3" fmla="*/ 1368226 h 1368226"/>
            </a:gdLst>
            <a:ahLst/>
            <a:cxnLst>
              <a:cxn ang="0">
                <a:pos x="connsiteX0" y="connsiteY0"/>
              </a:cxn>
              <a:cxn ang="0">
                <a:pos x="connsiteX1" y="connsiteY1"/>
              </a:cxn>
              <a:cxn ang="0">
                <a:pos x="connsiteX2" y="connsiteY2"/>
              </a:cxn>
              <a:cxn ang="0">
                <a:pos x="connsiteX3" y="connsiteY3"/>
              </a:cxn>
            </a:cxnLst>
            <a:rect l="l" t="t" r="r" b="b"/>
            <a:pathLst>
              <a:path w="5198532" h="1368226">
                <a:moveTo>
                  <a:pt x="0" y="0"/>
                </a:moveTo>
                <a:lnTo>
                  <a:pt x="5198532" y="0"/>
                </a:lnTo>
                <a:lnTo>
                  <a:pt x="5198532" y="1368226"/>
                </a:lnTo>
                <a:lnTo>
                  <a:pt x="0" y="1368226"/>
                </a:lnTo>
                <a:close/>
              </a:path>
            </a:pathLst>
          </a:cu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050AAF34-C7A5-1CA9-8F66-9A655EC50CB8}"/>
              </a:ext>
            </a:extLst>
          </p:cNvPr>
          <p:cNvSpPr>
            <a:spLocks noGrp="1"/>
          </p:cNvSpPr>
          <p:nvPr>
            <p:ph type="body" sz="quarter" idx="36"/>
          </p:nvPr>
        </p:nvSpPr>
        <p:spPr>
          <a:xfrm>
            <a:off x="6266782" y="2252914"/>
            <a:ext cx="5430470" cy="2421908"/>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313483" y="2653252"/>
            <a:ext cx="5399089" cy="1567837"/>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313484" y="4705409"/>
            <a:ext cx="5399089" cy="1687380"/>
          </a:xfrm>
          <a:prstGeom prst="rect">
            <a:avLst/>
          </a:prstGeom>
        </p:spPr>
        <p:txBody>
          <a:bodyPr/>
          <a:lstStyle>
            <a:lvl1pPr>
              <a:defRPr/>
            </a:lvl1pPr>
          </a:lstStyle>
          <a:p>
            <a:pPr lvl="0"/>
            <a:r>
              <a:rPr lang="en-US" dirty="0"/>
              <a:t> </a:t>
            </a:r>
            <a:endParaRPr lang="en-AU" dirty="0"/>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313485" y="4426925"/>
            <a:ext cx="5401302" cy="324000"/>
          </a:xfrm>
          <a:prstGeom prst="rect">
            <a:avLst/>
          </a:prstGeom>
        </p:spPr>
        <p:txBody>
          <a:bodyPr/>
          <a:lstStyle>
            <a:lvl1pPr>
              <a:lnSpc>
                <a:spcPct val="100000"/>
              </a:lnSpc>
              <a:defRPr sz="1400" b="1">
                <a:solidFill>
                  <a:schemeClr val="accent1"/>
                </a:solidFill>
              </a:defRPr>
            </a:lvl1pPr>
            <a:lvl6pPr>
              <a:defRPr b="0"/>
            </a:lvl6pPr>
          </a:lstStyle>
          <a:p>
            <a:pPr lvl="0"/>
            <a:r>
              <a:rPr lang="en-GB"/>
              <a:t>Click to edit Master text styles</a:t>
            </a:r>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
        <p:nvSpPr>
          <p:cNvPr id="25" name="Text Placeholder 5">
            <a:extLst>
              <a:ext uri="{FF2B5EF4-FFF2-40B4-BE49-F238E27FC236}">
                <a16:creationId xmlns:a16="http://schemas.microsoft.com/office/drawing/2014/main" id="{E3EEABC2-F12A-48B3-8BD1-6F2CE1CA2422}"/>
              </a:ext>
            </a:extLst>
          </p:cNvPr>
          <p:cNvSpPr>
            <a:spLocks noGrp="1"/>
          </p:cNvSpPr>
          <p:nvPr>
            <p:ph type="body" sz="quarter" idx="35"/>
          </p:nvPr>
        </p:nvSpPr>
        <p:spPr>
          <a:xfrm>
            <a:off x="6313484" y="2255225"/>
            <a:ext cx="5401300" cy="324000"/>
          </a:xfrm>
          <a:prstGeom prst="rect">
            <a:avLst/>
          </a:prstGeom>
        </p:spPr>
        <p:txBody>
          <a:bodyPr/>
          <a:lstStyle>
            <a:lvl1pPr>
              <a:lnSpc>
                <a:spcPct val="100000"/>
              </a:lnSpc>
              <a:defRPr sz="1400" b="1">
                <a:solidFill>
                  <a:schemeClr val="accent1"/>
                </a:solidFill>
              </a:defRPr>
            </a:lvl1pPr>
            <a:lvl6pPr>
              <a:defRPr b="0"/>
            </a:lvl6pPr>
          </a:lstStyle>
          <a:p>
            <a:pPr lvl="0"/>
            <a:r>
              <a:rPr lang="en-GB"/>
              <a:t>Click to edit Master text styles</a:t>
            </a:r>
          </a:p>
        </p:txBody>
      </p:sp>
      <p:sp>
        <p:nvSpPr>
          <p:cNvPr id="3" name="Content Placeholder 9">
            <a:extLst>
              <a:ext uri="{FF2B5EF4-FFF2-40B4-BE49-F238E27FC236}">
                <a16:creationId xmlns:a16="http://schemas.microsoft.com/office/drawing/2014/main" id="{3F5296CB-B0A0-30E7-090B-56B41A0A015C}"/>
              </a:ext>
            </a:extLst>
          </p:cNvPr>
          <p:cNvSpPr>
            <a:spLocks noGrp="1"/>
          </p:cNvSpPr>
          <p:nvPr>
            <p:ph sz="quarter" idx="10"/>
          </p:nvPr>
        </p:nvSpPr>
        <p:spPr>
          <a:xfrm>
            <a:off x="479425" y="2255225"/>
            <a:ext cx="5399092" cy="196586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2948E43D-6B82-3167-3033-C5FED33607D0}"/>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E86FE995-3B5D-9762-9039-0BBDE09B5AFC}"/>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12" name="Content Placeholder 9">
            <a:extLst>
              <a:ext uri="{FF2B5EF4-FFF2-40B4-BE49-F238E27FC236}">
                <a16:creationId xmlns:a16="http://schemas.microsoft.com/office/drawing/2014/main" id="{996A8804-7F42-E0AD-5EA9-31B3BD29CF8B}"/>
              </a:ext>
            </a:extLst>
          </p:cNvPr>
          <p:cNvSpPr>
            <a:spLocks noGrp="1"/>
          </p:cNvSpPr>
          <p:nvPr>
            <p:ph sz="quarter" idx="36"/>
          </p:nvPr>
        </p:nvSpPr>
        <p:spPr>
          <a:xfrm>
            <a:off x="479425" y="4426925"/>
            <a:ext cx="5399092" cy="196586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381751"/>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3" name="Round Single Corner of Rectangle 2">
            <a:extLst>
              <a:ext uri="{FF2B5EF4-FFF2-40B4-BE49-F238E27FC236}">
                <a16:creationId xmlns:a16="http://schemas.microsoft.com/office/drawing/2014/main" id="{399FF534-67D4-0EFF-0B99-EB851F0BE3FA}"/>
              </a:ext>
            </a:extLst>
          </p:cNvPr>
          <p:cNvSpPr/>
          <p:nvPr userDrawn="1"/>
        </p:nvSpPr>
        <p:spPr>
          <a:xfrm flipV="1">
            <a:off x="-2" y="-2"/>
            <a:ext cx="4224339" cy="4653138"/>
          </a:xfrm>
          <a:prstGeom prst="round1Rect">
            <a:avLst>
              <a:gd name="adj" fmla="val 3614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20E0A63-1F9B-1571-43D9-67471477C42E}"/>
              </a:ext>
            </a:extLst>
          </p:cNvPr>
          <p:cNvSpPr>
            <a:spLocks noGrp="1"/>
          </p:cNvSpPr>
          <p:nvPr>
            <p:ph type="ftr" sz="quarter" idx="18"/>
          </p:nvPr>
        </p:nvSpPr>
        <p:spPr>
          <a:xfrm>
            <a:off x="479425" y="6381750"/>
            <a:ext cx="3744913" cy="476250"/>
          </a:xfrm>
        </p:spPr>
        <p:txBody>
          <a:bodyPr/>
          <a:lstStyle/>
          <a:p>
            <a:endParaRPr lang="en-AU" dirty="0"/>
          </a:p>
        </p:txBody>
      </p:sp>
      <p:sp>
        <p:nvSpPr>
          <p:cNvPr id="5" name="Slide Number Placeholder 9">
            <a:extLst>
              <a:ext uri="{FF2B5EF4-FFF2-40B4-BE49-F238E27FC236}">
                <a16:creationId xmlns:a16="http://schemas.microsoft.com/office/drawing/2014/main" id="{5F4232F0-4BC3-B918-E23C-ECE63CF2596D}"/>
              </a:ext>
            </a:extLst>
          </p:cNvPr>
          <p:cNvSpPr>
            <a:spLocks noGrp="1"/>
          </p:cNvSpPr>
          <p:nvPr>
            <p:ph type="sldNum" sz="quarter" idx="19"/>
          </p:nvPr>
        </p:nvSpPr>
        <p:spPr>
          <a:xfrm>
            <a:off x="11208567" y="6381750"/>
            <a:ext cx="504007" cy="476250"/>
          </a:xfrm>
        </p:spPr>
        <p:txBody>
          <a:body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479425" y="1628775"/>
            <a:ext cx="3024336" cy="1538883"/>
          </a:xfrm>
        </p:spPr>
        <p:txBody>
          <a:bodyPr vert="horz" wrap="square" lIns="0" tIns="0" rIns="0" bIns="0" rtlCol="0" anchor="b" anchorCtr="0">
            <a:spAutoFit/>
          </a:bodyPr>
          <a:lstStyle>
            <a:lvl1pPr>
              <a:defRPr lang="en-US" sz="2000" b="1"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479425" y="3585038"/>
            <a:ext cx="2160191" cy="215444"/>
          </a:xfrm>
        </p:spPr>
        <p:txBody>
          <a:bodyPr vert="horz" wrap="square" lIns="0" tIns="0" rIns="0" bIns="0" rtlCol="0" anchor="t">
            <a:spAutoFit/>
          </a:bodyPr>
          <a:lstStyle>
            <a:lvl1pPr>
              <a:defRPr lang="en-US" sz="1400" b="0"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Tree>
    <p:extLst>
      <p:ext uri="{BB962C8B-B14F-4D97-AF65-F5344CB8AC3E}">
        <p14:creationId xmlns:p14="http://schemas.microsoft.com/office/powerpoint/2010/main" val="2716680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381751"/>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3" name="Round Single Corner of Rectangle 2">
            <a:extLst>
              <a:ext uri="{FF2B5EF4-FFF2-40B4-BE49-F238E27FC236}">
                <a16:creationId xmlns:a16="http://schemas.microsoft.com/office/drawing/2014/main" id="{399FF534-67D4-0EFF-0B99-EB851F0BE3FA}"/>
              </a:ext>
            </a:extLst>
          </p:cNvPr>
          <p:cNvSpPr/>
          <p:nvPr userDrawn="1"/>
        </p:nvSpPr>
        <p:spPr>
          <a:xfrm flipV="1">
            <a:off x="-2" y="-2"/>
            <a:ext cx="4224339" cy="4653138"/>
          </a:xfrm>
          <a:prstGeom prst="round1Rect">
            <a:avLst>
              <a:gd name="adj" fmla="val 361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20E0A63-1F9B-1571-43D9-67471477C42E}"/>
              </a:ext>
            </a:extLst>
          </p:cNvPr>
          <p:cNvSpPr>
            <a:spLocks noGrp="1"/>
          </p:cNvSpPr>
          <p:nvPr>
            <p:ph type="ftr" sz="quarter" idx="18"/>
          </p:nvPr>
        </p:nvSpPr>
        <p:spPr>
          <a:xfrm>
            <a:off x="479425" y="6381750"/>
            <a:ext cx="3744913" cy="476250"/>
          </a:xfrm>
        </p:spPr>
        <p:txBody>
          <a:bodyPr/>
          <a:lstStyle/>
          <a:p>
            <a:endParaRPr lang="en-AU" dirty="0"/>
          </a:p>
        </p:txBody>
      </p:sp>
      <p:sp>
        <p:nvSpPr>
          <p:cNvPr id="5" name="Slide Number Placeholder 9">
            <a:extLst>
              <a:ext uri="{FF2B5EF4-FFF2-40B4-BE49-F238E27FC236}">
                <a16:creationId xmlns:a16="http://schemas.microsoft.com/office/drawing/2014/main" id="{5F4232F0-4BC3-B918-E23C-ECE63CF2596D}"/>
              </a:ext>
            </a:extLst>
          </p:cNvPr>
          <p:cNvSpPr>
            <a:spLocks noGrp="1"/>
          </p:cNvSpPr>
          <p:nvPr>
            <p:ph type="sldNum" sz="quarter" idx="19"/>
          </p:nvPr>
        </p:nvSpPr>
        <p:spPr>
          <a:xfrm>
            <a:off x="11208567" y="6381750"/>
            <a:ext cx="504007" cy="476250"/>
          </a:xfrm>
        </p:spPr>
        <p:txBody>
          <a:body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479425" y="1628775"/>
            <a:ext cx="3024336" cy="1538883"/>
          </a:xfrm>
        </p:spPr>
        <p:txBody>
          <a:bodyPr vert="horz" wrap="square" lIns="0" tIns="0" rIns="0" bIns="0" rtlCol="0" anchor="b" anchorCtr="0">
            <a:spAutoFit/>
          </a:bodyPr>
          <a:lstStyle>
            <a:lvl1pPr>
              <a:defRPr lang="en-US" sz="2000" b="1"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479425" y="3585038"/>
            <a:ext cx="2160191" cy="215444"/>
          </a:xfrm>
        </p:spPr>
        <p:txBody>
          <a:bodyPr vert="horz" wrap="square" lIns="0" tIns="0" rIns="0" bIns="0" rtlCol="0" anchor="t">
            <a:spAutoFit/>
          </a:bodyPr>
          <a:lstStyle>
            <a:lvl1pPr>
              <a:defRPr lang="en-US" sz="1400" b="0"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Tree>
    <p:extLst>
      <p:ext uri="{BB962C8B-B14F-4D97-AF65-F5344CB8AC3E}">
        <p14:creationId xmlns:p14="http://schemas.microsoft.com/office/powerpoint/2010/main" val="17294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480356" y="2240725"/>
            <a:ext cx="11228570" cy="4141025"/>
          </a:xfrm>
        </p:spPr>
        <p:txBody>
          <a:bodyPr/>
          <a:lstStyle>
            <a:lvl1pPr>
              <a:defRPr>
                <a:solidFill>
                  <a:schemeClr val="bg1"/>
                </a:solidFill>
              </a:defRPr>
            </a:lvl1pPr>
          </a:lstStyle>
          <a:p>
            <a:r>
              <a:rPr lang="en-GB"/>
              <a:t>Click icon to add table</a:t>
            </a:r>
            <a:endParaRPr lang="en-AU"/>
          </a:p>
        </p:txBody>
      </p:sp>
      <p:sp>
        <p:nvSpPr>
          <p:cNvPr id="7" name="Title 3">
            <a:extLst>
              <a:ext uri="{FF2B5EF4-FFF2-40B4-BE49-F238E27FC236}">
                <a16:creationId xmlns:a16="http://schemas.microsoft.com/office/drawing/2014/main" id="{C298BCD9-9C21-56E1-7707-F77B44BB3777}"/>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8" name="Text Placeholder 5">
            <a:extLst>
              <a:ext uri="{FF2B5EF4-FFF2-40B4-BE49-F238E27FC236}">
                <a16:creationId xmlns:a16="http://schemas.microsoft.com/office/drawing/2014/main" id="{D77B2126-C11C-FA39-C0A6-D201513ACEBF}"/>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477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2B02A2A-B474-483E-8BA0-6F967ADE9726}"/>
              </a:ext>
            </a:extLst>
          </p:cNvPr>
          <p:cNvSpPr>
            <a:spLocks noGrp="1"/>
          </p:cNvSpPr>
          <p:nvPr>
            <p:ph type="ftr" sz="quarter" idx="10"/>
          </p:nvPr>
        </p:nvSpPr>
        <p:spPr/>
        <p:txBody>
          <a:bodyPr/>
          <a:lstStyle/>
          <a:p>
            <a:endParaRPr lang="en-AU" dirty="0"/>
          </a:p>
        </p:txBody>
      </p:sp>
      <p:sp>
        <p:nvSpPr>
          <p:cNvPr id="4" name="Slide Number Placeholder 3">
            <a:extLst>
              <a:ext uri="{FF2B5EF4-FFF2-40B4-BE49-F238E27FC236}">
                <a16:creationId xmlns:a16="http://schemas.microsoft.com/office/drawing/2014/main" id="{1C168D10-C8CC-42E5-BF51-D9C5BB3F450E}"/>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4" name="Picture Placeholder 21">
            <a:extLst>
              <a:ext uri="{FF2B5EF4-FFF2-40B4-BE49-F238E27FC236}">
                <a16:creationId xmlns:a16="http://schemas.microsoft.com/office/drawing/2014/main" id="{FEDE633B-2FE4-48AB-9CD1-2A1EB093AF9E}"/>
              </a:ext>
            </a:extLst>
          </p:cNvPr>
          <p:cNvSpPr>
            <a:spLocks noGrp="1"/>
          </p:cNvSpPr>
          <p:nvPr>
            <p:ph type="pic" sz="quarter" idx="14"/>
          </p:nvPr>
        </p:nvSpPr>
        <p:spPr>
          <a:xfrm>
            <a:off x="3996026" y="3108744"/>
            <a:ext cx="2304000" cy="3272400"/>
          </a:xfrm>
          <a:solidFill>
            <a:schemeClr val="bg1">
              <a:lumMod val="95000"/>
            </a:schemeClr>
          </a:solidFill>
        </p:spPr>
        <p:txBody>
          <a:bodyPr/>
          <a:lstStyle/>
          <a:p>
            <a:r>
              <a:rPr lang="en-GB"/>
              <a:t>Click icon to add picture</a:t>
            </a:r>
            <a:endParaRPr lang="en-US" dirty="0"/>
          </a:p>
        </p:txBody>
      </p:sp>
      <p:sp>
        <p:nvSpPr>
          <p:cNvPr id="19" name="Rectangle 18">
            <a:extLst>
              <a:ext uri="{FF2B5EF4-FFF2-40B4-BE49-F238E27FC236}">
                <a16:creationId xmlns:a16="http://schemas.microsoft.com/office/drawing/2014/main" id="{380F20EE-FF0D-49B8-9D8F-6FF4988FD153}"/>
              </a:ext>
            </a:extLst>
          </p:cNvPr>
          <p:cNvSpPr/>
          <p:nvPr userDrawn="1"/>
        </p:nvSpPr>
        <p:spPr>
          <a:xfrm>
            <a:off x="479425" y="1381104"/>
            <a:ext cx="3442433" cy="5000040"/>
          </a:xfrm>
          <a:prstGeom prst="rect">
            <a:avLst/>
          </a:prstGeom>
          <a:gradFill flip="none" rotWithShape="1">
            <a:gsLst>
              <a:gs pos="38000">
                <a:schemeClr val="accent1"/>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21">
            <a:extLst>
              <a:ext uri="{FF2B5EF4-FFF2-40B4-BE49-F238E27FC236}">
                <a16:creationId xmlns:a16="http://schemas.microsoft.com/office/drawing/2014/main" id="{BDF2E1FE-5917-4797-9E49-44EFF2621531}"/>
              </a:ext>
            </a:extLst>
          </p:cNvPr>
          <p:cNvSpPr>
            <a:spLocks noGrp="1"/>
          </p:cNvSpPr>
          <p:nvPr>
            <p:ph type="pic" sz="quarter" idx="21"/>
          </p:nvPr>
        </p:nvSpPr>
        <p:spPr>
          <a:xfrm>
            <a:off x="6372290" y="1381104"/>
            <a:ext cx="2301456" cy="3272400"/>
          </a:xfrm>
          <a:solidFill>
            <a:schemeClr val="bg1">
              <a:lumMod val="95000"/>
            </a:schemeClr>
          </a:solidFill>
        </p:spPr>
        <p:txBody>
          <a:bodyPr/>
          <a:lstStyle/>
          <a:p>
            <a:r>
              <a:rPr lang="en-GB"/>
              <a:t>Click icon to add picture</a:t>
            </a:r>
            <a:endParaRPr lang="en-US" dirty="0"/>
          </a:p>
        </p:txBody>
      </p:sp>
      <p:sp>
        <p:nvSpPr>
          <p:cNvPr id="21" name="Title 20">
            <a:extLst>
              <a:ext uri="{FF2B5EF4-FFF2-40B4-BE49-F238E27FC236}">
                <a16:creationId xmlns:a16="http://schemas.microsoft.com/office/drawing/2014/main" id="{B3DC9EC2-22B3-4E80-AE40-B61675B3E917}"/>
              </a:ext>
            </a:extLst>
          </p:cNvPr>
          <p:cNvSpPr>
            <a:spLocks noGrp="1"/>
          </p:cNvSpPr>
          <p:nvPr>
            <p:ph type="title"/>
          </p:nvPr>
        </p:nvSpPr>
        <p:spPr>
          <a:xfrm>
            <a:off x="767408" y="1700734"/>
            <a:ext cx="2952328" cy="1728266"/>
          </a:xfrm>
        </p:spPr>
        <p:txBody>
          <a:bodyPr/>
          <a:lstStyle>
            <a:lvl1pPr>
              <a:defRPr sz="3600">
                <a:solidFill>
                  <a:schemeClr val="bg1"/>
                </a:solidFill>
              </a:defRPr>
            </a:lvl1pPr>
          </a:lstStyle>
          <a:p>
            <a:r>
              <a:rPr lang="en-GB"/>
              <a:t>Click to edit Master title style</a:t>
            </a:r>
            <a:endParaRPr lang="en-AU" dirty="0"/>
          </a:p>
        </p:txBody>
      </p:sp>
      <p:sp>
        <p:nvSpPr>
          <p:cNvPr id="24" name="Text Placeholder 23">
            <a:extLst>
              <a:ext uri="{FF2B5EF4-FFF2-40B4-BE49-F238E27FC236}">
                <a16:creationId xmlns:a16="http://schemas.microsoft.com/office/drawing/2014/main" id="{6C6F5E5E-0BED-4A63-B208-AD4730EC3FFC}"/>
              </a:ext>
            </a:extLst>
          </p:cNvPr>
          <p:cNvSpPr>
            <a:spLocks noGrp="1"/>
          </p:cNvSpPr>
          <p:nvPr>
            <p:ph type="body" sz="quarter" idx="38" hasCustomPrompt="1"/>
          </p:nvPr>
        </p:nvSpPr>
        <p:spPr>
          <a:xfrm>
            <a:off x="767408" y="5553582"/>
            <a:ext cx="2808312" cy="493277"/>
          </a:xfrm>
        </p:spPr>
        <p:txBody>
          <a:bodyPr vert="horz" wrap="square" lIns="0" tIns="0" rIns="0" bIns="0" rtlCol="0" anchor="t">
            <a:spAutoFit/>
          </a:bodyPr>
          <a:lstStyle>
            <a:lvl1pPr>
              <a:defRPr lang="en-US" b="0" spc="25" smtClean="0">
                <a:solidFill>
                  <a:schemeClr val="bg1"/>
                </a:solidFill>
                <a:latin typeface="+mn-lt"/>
                <a:ea typeface="+mj-ea"/>
                <a:cs typeface="+mj-cs"/>
              </a:defRPr>
            </a:lvl1pPr>
            <a:lvl2pPr>
              <a:defRPr lang="en-US" sz="1800" smtClean="0">
                <a:latin typeface="+mn-lt"/>
              </a:defRPr>
            </a:lvl2pPr>
            <a:lvl3pPr>
              <a:defRPr lang="en-US" sz="1800" smtClean="0">
                <a:latin typeface="+mn-lt"/>
              </a:defRPr>
            </a:lvl3pPr>
            <a:lvl4pPr>
              <a:defRPr lang="en-US" sz="1800" smtClean="0">
                <a:latin typeface="+mn-lt"/>
              </a:defRPr>
            </a:lvl4pPr>
            <a:lvl5pPr>
              <a:defRPr lang="en-AU" sz="1800">
                <a:latin typeface="+mn-lt"/>
              </a:defRPr>
            </a:lvl5pPr>
          </a:lstStyle>
          <a:p>
            <a:pPr marL="12700" lvl="0">
              <a:lnSpc>
                <a:spcPct val="12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a:t>
            </a:r>
          </a:p>
        </p:txBody>
      </p:sp>
      <p:sp>
        <p:nvSpPr>
          <p:cNvPr id="23" name="Picture Placeholder 21">
            <a:extLst>
              <a:ext uri="{FF2B5EF4-FFF2-40B4-BE49-F238E27FC236}">
                <a16:creationId xmlns:a16="http://schemas.microsoft.com/office/drawing/2014/main" id="{4D4DB864-F519-D798-00B8-776A89ECC33A}"/>
              </a:ext>
            </a:extLst>
          </p:cNvPr>
          <p:cNvSpPr>
            <a:spLocks noGrp="1"/>
          </p:cNvSpPr>
          <p:nvPr>
            <p:ph type="pic" sz="quarter" idx="39"/>
          </p:nvPr>
        </p:nvSpPr>
        <p:spPr>
          <a:xfrm>
            <a:off x="3996026" y="1381104"/>
            <a:ext cx="2304000" cy="1656000"/>
          </a:xfrm>
          <a:solidFill>
            <a:schemeClr val="bg1">
              <a:lumMod val="95000"/>
            </a:schemeClr>
          </a:solidFill>
        </p:spPr>
        <p:txBody>
          <a:bodyPr/>
          <a:lstStyle/>
          <a:p>
            <a:r>
              <a:rPr lang="en-GB"/>
              <a:t>Click icon to add picture</a:t>
            </a:r>
            <a:endParaRPr lang="en-US"/>
          </a:p>
        </p:txBody>
      </p:sp>
      <p:sp>
        <p:nvSpPr>
          <p:cNvPr id="13" name="Picture Placeholder 21">
            <a:extLst>
              <a:ext uri="{FF2B5EF4-FFF2-40B4-BE49-F238E27FC236}">
                <a16:creationId xmlns:a16="http://schemas.microsoft.com/office/drawing/2014/main" id="{C0A41928-C063-9695-DECC-1289A16CF3FE}"/>
              </a:ext>
            </a:extLst>
          </p:cNvPr>
          <p:cNvSpPr>
            <a:spLocks noGrp="1"/>
          </p:cNvSpPr>
          <p:nvPr>
            <p:ph type="pic" sz="quarter" idx="40"/>
          </p:nvPr>
        </p:nvSpPr>
        <p:spPr>
          <a:xfrm>
            <a:off x="6372290" y="4725144"/>
            <a:ext cx="2301456" cy="1656000"/>
          </a:xfrm>
          <a:solidFill>
            <a:schemeClr val="bg1">
              <a:lumMod val="95000"/>
            </a:schemeClr>
          </a:solidFill>
        </p:spPr>
        <p:txBody>
          <a:bodyPr/>
          <a:lstStyle/>
          <a:p>
            <a:r>
              <a:rPr lang="en-GB"/>
              <a:t>Click icon to add picture</a:t>
            </a:r>
            <a:endParaRPr lang="en-US" dirty="0"/>
          </a:p>
        </p:txBody>
      </p:sp>
      <p:sp>
        <p:nvSpPr>
          <p:cNvPr id="15" name="Picture Placeholder 14">
            <a:extLst>
              <a:ext uri="{FF2B5EF4-FFF2-40B4-BE49-F238E27FC236}">
                <a16:creationId xmlns:a16="http://schemas.microsoft.com/office/drawing/2014/main" id="{2C176FF6-6361-5464-4628-C711AA413326}"/>
              </a:ext>
            </a:extLst>
          </p:cNvPr>
          <p:cNvSpPr>
            <a:spLocks noGrp="1"/>
          </p:cNvSpPr>
          <p:nvPr>
            <p:ph type="pic" sz="quarter" idx="41"/>
          </p:nvPr>
        </p:nvSpPr>
        <p:spPr>
          <a:xfrm>
            <a:off x="8746010" y="1381104"/>
            <a:ext cx="2966565" cy="5000040"/>
          </a:xfrm>
          <a:custGeom>
            <a:avLst/>
            <a:gdLst>
              <a:gd name="csX0" fmla="*/ 0 w 2966565"/>
              <a:gd name="csY0" fmla="*/ 0 h 5000040"/>
              <a:gd name="csX1" fmla="*/ 2472128 w 2966565"/>
              <a:gd name="csY1" fmla="*/ 0 h 5000040"/>
              <a:gd name="csX2" fmla="*/ 2966565 w 2966565"/>
              <a:gd name="csY2" fmla="*/ 494437 h 5000040"/>
              <a:gd name="csX3" fmla="*/ 2966565 w 2966565"/>
              <a:gd name="csY3" fmla="*/ 5000040 h 5000040"/>
              <a:gd name="csX4" fmla="*/ 0 w 2966565"/>
              <a:gd name="csY4" fmla="*/ 5000040 h 5000040"/>
            </a:gdLst>
            <a:ahLst/>
            <a:cxnLst>
              <a:cxn ang="0">
                <a:pos x="csX0" y="csY0"/>
              </a:cxn>
              <a:cxn ang="0">
                <a:pos x="csX1" y="csY1"/>
              </a:cxn>
              <a:cxn ang="0">
                <a:pos x="csX2" y="csY2"/>
              </a:cxn>
              <a:cxn ang="0">
                <a:pos x="csX3" y="csY3"/>
              </a:cxn>
              <a:cxn ang="0">
                <a:pos x="csX4" y="csY4"/>
              </a:cxn>
            </a:cxnLst>
            <a:rect l="l" t="t" r="r" b="b"/>
            <a:pathLst>
              <a:path w="2966565" h="5000040">
                <a:moveTo>
                  <a:pt x="0" y="0"/>
                </a:moveTo>
                <a:lnTo>
                  <a:pt x="2472128" y="0"/>
                </a:lnTo>
                <a:cubicBezTo>
                  <a:pt x="2745198" y="0"/>
                  <a:pt x="2966565" y="221367"/>
                  <a:pt x="2966565" y="494437"/>
                </a:cubicBezTo>
                <a:lnTo>
                  <a:pt x="2966565" y="5000040"/>
                </a:lnTo>
                <a:lnTo>
                  <a:pt x="0" y="5000040"/>
                </a:lnTo>
                <a:close/>
              </a:path>
            </a:pathLst>
          </a:custGeom>
          <a:solidFill>
            <a:schemeClr val="bg1">
              <a:lumMod val="95000"/>
            </a:schemeClr>
          </a:solidFill>
        </p:spPr>
        <p:txBody>
          <a:bodyPr wrap="square">
            <a:noAutofit/>
          </a:bodyPr>
          <a:lstStyle>
            <a:lvl1pPr marL="0" marR="0" indent="0" algn="l" defTabSz="914400" rtl="0" eaLnBrk="1" fontAlgn="auto" latinLnBrk="0" hangingPunct="1">
              <a:lnSpc>
                <a:spcPct val="100000"/>
              </a:lnSpc>
              <a:spcBef>
                <a:spcPts val="300"/>
              </a:spcBef>
              <a:spcAft>
                <a:spcPts val="1200"/>
              </a:spcAft>
              <a:buClr>
                <a:schemeClr val="tx1"/>
              </a:buClr>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300"/>
              </a:spcBef>
              <a:spcAft>
                <a:spcPts val="1200"/>
              </a:spcAft>
              <a:buClr>
                <a:schemeClr val="tx1"/>
              </a:buClr>
              <a:buSzTx/>
              <a:buFont typeface="Arial" panose="020B0604020202020204" pitchFamily="34" charset="0"/>
              <a:buNone/>
              <a:tabLst/>
              <a:defRPr/>
            </a:pPr>
            <a:r>
              <a:rPr lang="en-GB"/>
              <a:t>Click icon to add picture</a:t>
            </a:r>
            <a:endParaRPr lang="en-US" dirty="0"/>
          </a:p>
        </p:txBody>
      </p:sp>
    </p:spTree>
    <p:extLst>
      <p:ext uri="{BB962C8B-B14F-4D97-AF65-F5344CB8AC3E}">
        <p14:creationId xmlns:p14="http://schemas.microsoft.com/office/powerpoint/2010/main" val="332132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677706-EC87-69BB-A13C-3DBE025C784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 Placeholder 6"/>
          <p:cNvSpPr>
            <a:spLocks noGrp="1"/>
          </p:cNvSpPr>
          <p:nvPr>
            <p:ph type="body" sz="quarter" idx="10" hasCustomPrompt="1"/>
          </p:nvPr>
        </p:nvSpPr>
        <p:spPr bwMode="white">
          <a:xfrm>
            <a:off x="479394" y="3563385"/>
            <a:ext cx="3254263" cy="307777"/>
          </a:xfrm>
          <a:prstGeom prst="rect">
            <a:avLst/>
          </a:prstGeom>
        </p:spPr>
        <p:txBody>
          <a:bodyPr vert="horz" lIns="0" tIns="0" rIns="0" bIns="0" rtlCol="0" anchor="t">
            <a:spAutoFit/>
          </a:bodyPr>
          <a:lstStyle>
            <a:lvl1pPr>
              <a:defRPr lang="en-US" sz="2000" b="0" spc="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479425" y="2568471"/>
            <a:ext cx="3192289" cy="720081"/>
          </a:xfrm>
        </p:spPr>
        <p:txBody>
          <a:bodyPr vert="horz" lIns="0" tIns="0" rIns="0" bIns="0" rtlCol="0" anchor="t" anchorCtr="0">
            <a:normAutofit/>
          </a:bodyPr>
          <a:lstStyle>
            <a:lvl1pPr>
              <a:defRPr lang="en-AU" sz="4800" spc="0" baseline="0" dirty="0">
                <a:solidFill>
                  <a:schemeClr val="bg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479394" y="3904257"/>
            <a:ext cx="3254263" cy="215444"/>
          </a:xfrm>
          <a:prstGeom prst="rect">
            <a:avLst/>
          </a:prstGeom>
        </p:spPr>
        <p:txBody>
          <a:bodyPr vert="horz"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479394" y="4204989"/>
            <a:ext cx="2200924"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Name.surname@uq.edu.au</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479394" y="4420889"/>
            <a:ext cx="1346522"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+61 412 345 678</a:t>
            </a:r>
          </a:p>
        </p:txBody>
      </p:sp>
      <p:sp>
        <p:nvSpPr>
          <p:cNvPr id="3" name="Text Placeholder 5">
            <a:extLst>
              <a:ext uri="{FF2B5EF4-FFF2-40B4-BE49-F238E27FC236}">
                <a16:creationId xmlns:a16="http://schemas.microsoft.com/office/drawing/2014/main" id="{B390C960-6A71-CA12-5620-0AC363122755}"/>
              </a:ext>
            </a:extLst>
          </p:cNvPr>
          <p:cNvSpPr txBox="1">
            <a:spLocks/>
          </p:cNvSpPr>
          <p:nvPr userDrawn="1"/>
        </p:nvSpPr>
        <p:spPr bwMode="white">
          <a:xfrm>
            <a:off x="479376" y="6283729"/>
            <a:ext cx="178574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 • TEQSA PRV12080 </a:t>
            </a:r>
          </a:p>
        </p:txBody>
      </p:sp>
      <p:pic>
        <p:nvPicPr>
          <p:cNvPr id="4" name="Picture 3">
            <a:extLst>
              <a:ext uri="{FF2B5EF4-FFF2-40B4-BE49-F238E27FC236}">
                <a16:creationId xmlns:a16="http://schemas.microsoft.com/office/drawing/2014/main" id="{95E50D34-62BC-17A1-2183-1AFBC4F90F1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5" name="Title 3">
            <a:extLst>
              <a:ext uri="{FF2B5EF4-FFF2-40B4-BE49-F238E27FC236}">
                <a16:creationId xmlns:a16="http://schemas.microsoft.com/office/drawing/2014/main" id="{CF271C1A-1346-A2EE-441D-A300778FDE39}"/>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Tree>
    <p:extLst>
      <p:ext uri="{BB962C8B-B14F-4D97-AF65-F5344CB8AC3E}">
        <p14:creationId xmlns:p14="http://schemas.microsoft.com/office/powerpoint/2010/main" val="71608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pic>
        <p:nvPicPr>
          <p:cNvPr id="6" name="Picture 5">
            <a:extLst>
              <a:ext uri="{FF2B5EF4-FFF2-40B4-BE49-F238E27FC236}">
                <a16:creationId xmlns:a16="http://schemas.microsoft.com/office/drawing/2014/main" id="{7103EC6B-DCAC-6CBC-8ED2-C5FC949EF8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2228684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763960"/>
            <a:ext cx="9576000" cy="469056"/>
          </a:xfrm>
          <a:prstGeom prst="rect">
            <a:avLst/>
          </a:prstGeom>
        </p:spPr>
        <p:txBody>
          <a:bodyPr vert="horz" lIns="0" tIns="0" rIns="0" bIns="0" rtlCol="0" anchor="t" anchorCtr="0">
            <a:noAutofit/>
          </a:bodyPr>
          <a:lstStyle/>
          <a:p>
            <a:r>
              <a:rPr lang="en-US" dirty="0"/>
              <a:t>[Title]</a:t>
            </a:r>
            <a:endParaRPr lang="en-AU" dirty="0"/>
          </a:p>
        </p:txBody>
      </p:sp>
      <p:sp>
        <p:nvSpPr>
          <p:cNvPr id="6" name="Footer Placeholder 4"/>
          <p:cNvSpPr>
            <a:spLocks noGrp="1"/>
          </p:cNvSpPr>
          <p:nvPr>
            <p:ph type="ftr" sz="quarter" idx="3"/>
          </p:nvPr>
        </p:nvSpPr>
        <p:spPr>
          <a:xfrm>
            <a:off x="479425" y="6381750"/>
            <a:ext cx="3744913" cy="476250"/>
          </a:xfrm>
          <a:prstGeom prst="rect">
            <a:avLst/>
          </a:prstGeom>
        </p:spPr>
        <p:txBody>
          <a:bodyPr vert="horz" lIns="0" tIns="0" rIns="0" bIns="0" rtlCol="0" anchor="ctr"/>
          <a:lstStyle>
            <a:lvl1pPr algn="l">
              <a:defRPr sz="800" b="0">
                <a:solidFill>
                  <a:schemeClr val="tx1"/>
                </a:solidFill>
              </a:defRPr>
            </a:lvl1pPr>
          </a:lstStyle>
          <a:p>
            <a:endParaRPr lang="en-AU" dirty="0"/>
          </a:p>
        </p:txBody>
      </p:sp>
      <p:sp>
        <p:nvSpPr>
          <p:cNvPr id="7" name="Slide Number Placeholder 5"/>
          <p:cNvSpPr>
            <a:spLocks noGrp="1"/>
          </p:cNvSpPr>
          <p:nvPr>
            <p:ph type="sldNum" sz="quarter" idx="4"/>
          </p:nvPr>
        </p:nvSpPr>
        <p:spPr>
          <a:xfrm>
            <a:off x="11208567" y="6381750"/>
            <a:ext cx="504007" cy="476250"/>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5" name="Text Placeholder 4">
            <a:extLst>
              <a:ext uri="{FF2B5EF4-FFF2-40B4-BE49-F238E27FC236}">
                <a16:creationId xmlns:a16="http://schemas.microsoft.com/office/drawing/2014/main" id="{F7B3D40D-3A3C-4C3B-B5E3-57416DC62D0A}"/>
              </a:ext>
            </a:extLst>
          </p:cNvPr>
          <p:cNvSpPr>
            <a:spLocks noGrp="1"/>
          </p:cNvSpPr>
          <p:nvPr>
            <p:ph type="body" idx="1"/>
          </p:nvPr>
        </p:nvSpPr>
        <p:spPr>
          <a:xfrm>
            <a:off x="479425" y="2030400"/>
            <a:ext cx="9576000" cy="3671887"/>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pic>
        <p:nvPicPr>
          <p:cNvPr id="22" name="Picture 21">
            <a:extLst>
              <a:ext uri="{FF2B5EF4-FFF2-40B4-BE49-F238E27FC236}">
                <a16:creationId xmlns:a16="http://schemas.microsoft.com/office/drawing/2014/main" id="{687ADE36-9EB9-1A3D-CE99-C5552C1ECBB9}"/>
              </a:ext>
            </a:extLst>
          </p:cNvPr>
          <p:cNvPicPr preferRelativeResize="0">
            <a:picLocks noChangeAspect="1"/>
          </p:cNvPicPr>
          <p:nvPr userDrawn="1"/>
        </p:nvPicPr>
        <p:blipFill>
          <a:blip r:embed="rId47" cstate="screen">
            <a:extLst>
              <a:ext uri="{28A0092B-C50C-407E-A947-70E740481C1C}">
                <a14:useLocalDpi xmlns:a14="http://schemas.microsoft.com/office/drawing/2010/main"/>
              </a:ext>
            </a:extLst>
          </a:blip>
          <a:stretch>
            <a:fillRect/>
          </a:stretch>
        </p:blipFill>
        <p:spPr>
          <a:xfrm>
            <a:off x="10128448" y="476672"/>
            <a:ext cx="1584127" cy="415357"/>
          </a:xfrm>
          <a:prstGeom prst="rect">
            <a:avLst/>
          </a:prstGeom>
        </p:spPr>
      </p:pic>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819" r:id="rId2"/>
    <p:sldLayoutId id="2147483816" r:id="rId3"/>
    <p:sldLayoutId id="2147483799" r:id="rId4"/>
    <p:sldLayoutId id="2147483800" r:id="rId5"/>
    <p:sldLayoutId id="2147483792" r:id="rId6"/>
    <p:sldLayoutId id="2147483650" r:id="rId7"/>
    <p:sldLayoutId id="2147483652" r:id="rId8"/>
    <p:sldLayoutId id="2147483778" r:id="rId9"/>
    <p:sldLayoutId id="2147483804" r:id="rId10"/>
    <p:sldLayoutId id="2147483805" r:id="rId11"/>
    <p:sldLayoutId id="2147483803" r:id="rId12"/>
    <p:sldLayoutId id="2147483806" r:id="rId13"/>
    <p:sldLayoutId id="2147483779" r:id="rId14"/>
    <p:sldLayoutId id="2147483728" r:id="rId15"/>
    <p:sldLayoutId id="2147483656" r:id="rId16"/>
    <p:sldLayoutId id="2147483732" r:id="rId17"/>
    <p:sldLayoutId id="2147483793" r:id="rId18"/>
    <p:sldLayoutId id="2147483657" r:id="rId19"/>
    <p:sldLayoutId id="2147483765" r:id="rId20"/>
    <p:sldLayoutId id="2147483787" r:id="rId21"/>
    <p:sldLayoutId id="2147483788" r:id="rId22"/>
    <p:sldLayoutId id="2147483794" r:id="rId23"/>
    <p:sldLayoutId id="2147483795" r:id="rId24"/>
    <p:sldLayoutId id="2147483796" r:id="rId25"/>
    <p:sldLayoutId id="2147483791" r:id="rId26"/>
    <p:sldLayoutId id="2147483797" r:id="rId27"/>
    <p:sldLayoutId id="2147483790" r:id="rId28"/>
    <p:sldLayoutId id="2147483798" r:id="rId29"/>
    <p:sldLayoutId id="2147483768" r:id="rId30"/>
    <p:sldLayoutId id="2147483770" r:id="rId31"/>
    <p:sldLayoutId id="2147483771" r:id="rId32"/>
    <p:sldLayoutId id="2147483821" r:id="rId33"/>
    <p:sldLayoutId id="2147483822" r:id="rId34"/>
    <p:sldLayoutId id="2147483823" r:id="rId35"/>
    <p:sldLayoutId id="2147483789" r:id="rId36"/>
    <p:sldLayoutId id="2147483776" r:id="rId37"/>
    <p:sldLayoutId id="2147483777" r:id="rId38"/>
    <p:sldLayoutId id="2147483820" r:id="rId39"/>
    <p:sldLayoutId id="2147483808" r:id="rId40"/>
    <p:sldLayoutId id="2147483814" r:id="rId41"/>
    <p:sldLayoutId id="2147483811" r:id="rId42"/>
    <p:sldLayoutId id="2147483780" r:id="rId43"/>
    <p:sldLayoutId id="2147483813" r:id="rId44"/>
    <p:sldLayoutId id="2147483812" r:id="rId4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800" b="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pos="302" userDrawn="1">
          <p15:clr>
            <a:srgbClr val="F26B43"/>
          </p15:clr>
        </p15:guide>
        <p15:guide id="7" orient="horz" pos="300" userDrawn="1">
          <p15:clr>
            <a:srgbClr val="F26B43"/>
          </p15:clr>
        </p15:guide>
        <p15:guide id="11" orient="horz" pos="4020" userDrawn="1">
          <p15:clr>
            <a:srgbClr val="F26B43"/>
          </p15:clr>
        </p15:guide>
        <p15:guide id="13" pos="7378" userDrawn="1">
          <p15:clr>
            <a:srgbClr val="F26B43"/>
          </p15:clr>
        </p15:guide>
        <p15:guide id="14" orient="horz" pos="1026" userDrawn="1">
          <p15:clr>
            <a:srgbClr val="F26B43"/>
          </p15:clr>
        </p15:guide>
        <p15:guide id="19" orient="horz" pos="1661" userDrawn="1">
          <p15:clr>
            <a:srgbClr val="F26B43"/>
          </p15:clr>
        </p15:guide>
        <p15:guide id="20" orient="horz" pos="1933" userDrawn="1">
          <p15:clr>
            <a:srgbClr val="F26B43"/>
          </p15:clr>
        </p15:guide>
        <p15:guide id="21" pos="2661" userDrawn="1">
          <p15:clr>
            <a:srgbClr val="F26B43"/>
          </p15:clr>
        </p15:guide>
        <p15:guide id="22" pos="501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policies.uq.edu.au/document/view-current.php?id=412" TargetMode="External"/><Relationship Id="rId2" Type="http://schemas.openxmlformats.org/officeDocument/2006/relationships/hyperlink" Target="https://policies.uq.edu.au/document/view-current.php?id=184#major3"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592FDF-C717-7B6D-5101-8D9164D6B0DD}"/>
              </a:ext>
            </a:extLst>
          </p:cNvPr>
          <p:cNvSpPr>
            <a:spLocks noGrp="1"/>
          </p:cNvSpPr>
          <p:nvPr>
            <p:ph sz="quarter" idx="10"/>
          </p:nvPr>
        </p:nvSpPr>
        <p:spPr/>
        <p:txBody>
          <a:bodyPr/>
          <a:lstStyle/>
          <a:p>
            <a:r>
              <a:rPr lang="en-US" b="0" dirty="0">
                <a:solidFill>
                  <a:schemeClr val="tx1"/>
                </a:solidFill>
                <a:latin typeface="Arial" panose="020B0604020202020204" pitchFamily="34" charset="0"/>
                <a:cs typeface="Arial" panose="020B0604020202020204" pitchFamily="34" charset="0"/>
              </a:rPr>
              <a:t>Use this resource to guide classroom discussions on effective teamwork. </a:t>
            </a:r>
          </a:p>
          <a:p>
            <a:r>
              <a:rPr lang="en-US" b="0" dirty="0">
                <a:solidFill>
                  <a:schemeClr val="tx1"/>
                </a:solidFill>
                <a:latin typeface="Arial" panose="020B0604020202020204" pitchFamily="34" charset="0"/>
                <a:cs typeface="Arial" panose="020B0604020202020204" pitchFamily="34" charset="0"/>
                <a:hlinkClick r:id="rId2"/>
              </a:rPr>
              <a:t>UQ Assessment Procedure</a:t>
            </a:r>
            <a:r>
              <a:rPr lang="en-US" b="0" dirty="0">
                <a:solidFill>
                  <a:schemeClr val="tx1"/>
                </a:solidFill>
                <a:latin typeface="Arial" panose="020B0604020202020204" pitchFamily="34" charset="0"/>
                <a:cs typeface="Arial" panose="020B0604020202020204" pitchFamily="34" charset="0"/>
              </a:rPr>
              <a:t> and </a:t>
            </a:r>
            <a:r>
              <a:rPr lang="en-US" b="0" dirty="0">
                <a:solidFill>
                  <a:schemeClr val="tx1"/>
                </a:solidFill>
                <a:latin typeface="Arial" panose="020B0604020202020204" pitchFamily="34" charset="0"/>
                <a:cs typeface="Arial" panose="020B0604020202020204" pitchFamily="34" charset="0"/>
                <a:hlinkClick r:id="rId3"/>
              </a:rPr>
              <a:t>Group Work Guideline</a:t>
            </a:r>
            <a:r>
              <a:rPr lang="en-US" b="0" dirty="0">
                <a:solidFill>
                  <a:schemeClr val="tx1"/>
                </a:solidFill>
                <a:latin typeface="Arial" panose="020B0604020202020204" pitchFamily="34" charset="0"/>
                <a:cs typeface="Arial" panose="020B0604020202020204" pitchFamily="34" charset="0"/>
              </a:rPr>
              <a:t> states that students must be provided training to work effectively in teams and will be supported to to help manage situations where individual students or teams need extra support. </a:t>
            </a:r>
          </a:p>
          <a:p>
            <a:r>
              <a:rPr lang="en-US" b="0" dirty="0">
                <a:solidFill>
                  <a:schemeClr val="tx1"/>
                </a:solidFill>
                <a:latin typeface="Arial" panose="020B0604020202020204" pitchFamily="34" charset="0"/>
                <a:cs typeface="Arial" panose="020B0604020202020204" pitchFamily="34" charset="0"/>
              </a:rPr>
              <a:t>Tips: </a:t>
            </a:r>
          </a:p>
          <a:p>
            <a:pPr marL="285750" indent="-285750">
              <a:buFont typeface="Arial" panose="020B0604020202020204" pitchFamily="34" charset="0"/>
              <a:buChar char="•"/>
            </a:pPr>
            <a:r>
              <a:rPr lang="en-US" b="0" dirty="0">
                <a:solidFill>
                  <a:schemeClr val="tx1"/>
                </a:solidFill>
                <a:latin typeface="Arial" panose="020B0604020202020204" pitchFamily="34" charset="0"/>
                <a:cs typeface="Arial" panose="020B0604020202020204" pitchFamily="34" charset="0"/>
              </a:rPr>
              <a:t>Speaker notes are included for each slide. </a:t>
            </a:r>
          </a:p>
          <a:p>
            <a:pPr marL="285750" indent="-285750">
              <a:buFont typeface="Arial" panose="020B0604020202020204" pitchFamily="34" charset="0"/>
              <a:buChar char="•"/>
            </a:pPr>
            <a:r>
              <a:rPr lang="en-US" b="0" dirty="0">
                <a:solidFill>
                  <a:schemeClr val="tx1"/>
                </a:solidFill>
                <a:latin typeface="Arial" panose="020B0604020202020204" pitchFamily="34" charset="0"/>
                <a:cs typeface="Arial" panose="020B0604020202020204" pitchFamily="34" charset="0"/>
              </a:rPr>
              <a:t>Modify the notes and slides to fit your assessment context. </a:t>
            </a:r>
          </a:p>
          <a:p>
            <a:pPr marL="285750" indent="-285750">
              <a:buFont typeface="Arial" panose="020B0604020202020204" pitchFamily="34" charset="0"/>
              <a:buChar char="•"/>
            </a:pPr>
            <a:r>
              <a:rPr lang="en-US" b="0" dirty="0">
                <a:solidFill>
                  <a:schemeClr val="tx1"/>
                </a:solidFill>
                <a:latin typeface="Arial" panose="020B0604020202020204" pitchFamily="34" charset="0"/>
                <a:cs typeface="Arial" panose="020B0604020202020204" pitchFamily="34" charset="0"/>
              </a:rPr>
              <a:t>Copy the slides to your slide deck.</a:t>
            </a:r>
          </a:p>
          <a:p>
            <a:pPr marL="285750" indent="-285750">
              <a:buFont typeface="Arial" panose="020B0604020202020204" pitchFamily="34" charset="0"/>
              <a:buChar char="•"/>
            </a:pPr>
            <a:r>
              <a:rPr lang="en-US" b="0" dirty="0">
                <a:solidFill>
                  <a:schemeClr val="tx1"/>
                </a:solidFill>
                <a:latin typeface="Arial" panose="020B0604020202020204" pitchFamily="34" charset="0"/>
                <a:cs typeface="Arial" panose="020B0604020202020204" pitchFamily="34" charset="0"/>
              </a:rPr>
              <a:t>Where relevant, connect the skills to specific course processes. For example, noting that established communication methods may need to be discussed and documents as part of the team charter. </a:t>
            </a:r>
          </a:p>
          <a:p>
            <a:pPr marL="285750" indent="-285750">
              <a:buFont typeface="Arial" panose="020B0604020202020204" pitchFamily="34" charset="0"/>
              <a:buChar char="•"/>
            </a:pPr>
            <a:r>
              <a:rPr lang="en-US" b="0" dirty="0">
                <a:solidFill>
                  <a:schemeClr val="tx1"/>
                </a:solidFill>
                <a:latin typeface="Arial" panose="020B0604020202020204" pitchFamily="34" charset="0"/>
                <a:cs typeface="Arial" panose="020B0604020202020204" pitchFamily="34" charset="0"/>
              </a:rPr>
              <a:t>Follow this discussion with a hands-on teamwork activity to put these concepts into practice.</a:t>
            </a:r>
          </a:p>
          <a:p>
            <a:r>
              <a:rPr lang="en-US" b="0" dirty="0">
                <a:solidFill>
                  <a:schemeClr val="tx1"/>
                </a:solidFill>
                <a:latin typeface="Arial" panose="020B0604020202020204" pitchFamily="34" charset="0"/>
                <a:cs typeface="Arial" panose="020B0604020202020204" pitchFamily="34" charset="0"/>
              </a:rPr>
              <a:t> Expected time = 10-15minutes</a:t>
            </a:r>
          </a:p>
        </p:txBody>
      </p:sp>
      <p:sp>
        <p:nvSpPr>
          <p:cNvPr id="3" name="Title 2">
            <a:extLst>
              <a:ext uri="{FF2B5EF4-FFF2-40B4-BE49-F238E27FC236}">
                <a16:creationId xmlns:a16="http://schemas.microsoft.com/office/drawing/2014/main" id="{FE3D8BF7-5B7C-E82E-6404-397ECA40D299}"/>
              </a:ext>
            </a:extLst>
          </p:cNvPr>
          <p:cNvSpPr>
            <a:spLocks noGrp="1"/>
          </p:cNvSpPr>
          <p:nvPr>
            <p:ph type="title"/>
          </p:nvPr>
        </p:nvSpPr>
        <p:spPr/>
        <p:txBody>
          <a:bodyPr/>
          <a:lstStyle/>
          <a:p>
            <a:r>
              <a:rPr lang="en-US" dirty="0"/>
              <a:t>Instructions</a:t>
            </a:r>
          </a:p>
        </p:txBody>
      </p:sp>
      <p:sp>
        <p:nvSpPr>
          <p:cNvPr id="4" name="Footer Placeholder 3">
            <a:extLst>
              <a:ext uri="{FF2B5EF4-FFF2-40B4-BE49-F238E27FC236}">
                <a16:creationId xmlns:a16="http://schemas.microsoft.com/office/drawing/2014/main" id="{E3902DBB-2CE1-096C-BC0C-D012431E56BF}"/>
              </a:ext>
            </a:extLst>
          </p:cNvPr>
          <p:cNvSpPr>
            <a:spLocks noGrp="1"/>
          </p:cNvSpPr>
          <p:nvPr>
            <p:ph type="ftr" sz="quarter" idx="17"/>
          </p:nvPr>
        </p:nvSpPr>
        <p:spPr/>
        <p:txBody>
          <a:bodyPr/>
          <a:lstStyle/>
          <a:p>
            <a:r>
              <a:rPr lang="en-AU" dirty="0"/>
              <a:t>Updated: 29/5/26.</a:t>
            </a:r>
          </a:p>
        </p:txBody>
      </p:sp>
      <p:sp>
        <p:nvSpPr>
          <p:cNvPr id="5" name="Slide Number Placeholder 4">
            <a:extLst>
              <a:ext uri="{FF2B5EF4-FFF2-40B4-BE49-F238E27FC236}">
                <a16:creationId xmlns:a16="http://schemas.microsoft.com/office/drawing/2014/main" id="{0A47E943-A864-ADD1-872B-16C3B479D545}"/>
              </a:ext>
            </a:extLst>
          </p:cNvPr>
          <p:cNvSpPr>
            <a:spLocks noGrp="1"/>
          </p:cNvSpPr>
          <p:nvPr>
            <p:ph type="sldNum" sz="quarter" idx="18"/>
          </p:nvPr>
        </p:nvSpPr>
        <p:spPr/>
        <p:txBody>
          <a:bodyPr/>
          <a:lstStyle/>
          <a:p>
            <a:fld id="{E917DE0E-AFB1-41FD-BC35-27DB61CA125F}" type="slidenum">
              <a:rPr lang="en-AU" smtClean="0"/>
              <a:pPr/>
              <a:t>1</a:t>
            </a:fld>
            <a:endParaRPr lang="en-AU" dirty="0"/>
          </a:p>
        </p:txBody>
      </p:sp>
      <p:sp>
        <p:nvSpPr>
          <p:cNvPr id="6" name="Text Placeholder 5">
            <a:extLst>
              <a:ext uri="{FF2B5EF4-FFF2-40B4-BE49-F238E27FC236}">
                <a16:creationId xmlns:a16="http://schemas.microsoft.com/office/drawing/2014/main" id="{080E4D18-E311-D3A1-F261-FBDA2C2BCDC1}"/>
              </a:ext>
            </a:extLst>
          </p:cNvPr>
          <p:cNvSpPr>
            <a:spLocks noGrp="1"/>
          </p:cNvSpPr>
          <p:nvPr>
            <p:ph type="body" sz="quarter" idx="31"/>
          </p:nvPr>
        </p:nvSpPr>
        <p:spPr/>
        <p:txBody>
          <a:bodyPr/>
          <a:lstStyle/>
          <a:p>
            <a:r>
              <a:rPr lang="en-US" dirty="0"/>
              <a:t>Using this resource</a:t>
            </a:r>
          </a:p>
        </p:txBody>
      </p:sp>
    </p:spTree>
    <p:extLst>
      <p:ext uri="{BB962C8B-B14F-4D97-AF65-F5344CB8AC3E}">
        <p14:creationId xmlns:p14="http://schemas.microsoft.com/office/powerpoint/2010/main" val="242510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6C49-D40B-8AEF-0465-ED6A18F09C39}"/>
              </a:ext>
            </a:extLst>
          </p:cNvPr>
          <p:cNvSpPr>
            <a:spLocks noGrp="1"/>
          </p:cNvSpPr>
          <p:nvPr>
            <p:ph type="title"/>
          </p:nvPr>
        </p:nvSpPr>
        <p:spPr/>
        <p:txBody>
          <a:bodyPr/>
          <a:lstStyle/>
          <a:p>
            <a:r>
              <a:rPr lang="en-US" dirty="0"/>
              <a:t>Working in a team</a:t>
            </a:r>
          </a:p>
        </p:txBody>
      </p:sp>
    </p:spTree>
    <p:extLst>
      <p:ext uri="{BB962C8B-B14F-4D97-AF65-F5344CB8AC3E}">
        <p14:creationId xmlns:p14="http://schemas.microsoft.com/office/powerpoint/2010/main" val="1211802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7225FE1-62DD-EBD5-8B9F-CD5A42D65F91}"/>
              </a:ext>
            </a:extLst>
          </p:cNvPr>
          <p:cNvSpPr>
            <a:spLocks noGrp="1"/>
          </p:cNvSpPr>
          <p:nvPr>
            <p:ph type="ftr" sz="quarter" idx="19"/>
          </p:nvPr>
        </p:nvSpPr>
        <p:spPr/>
        <p:txBody>
          <a:bodyPr/>
          <a:lstStyle/>
          <a:p>
            <a:endParaRPr lang="en-AU" dirty="0"/>
          </a:p>
        </p:txBody>
      </p:sp>
      <p:sp>
        <p:nvSpPr>
          <p:cNvPr id="3" name="Slide Number Placeholder 2">
            <a:extLst>
              <a:ext uri="{FF2B5EF4-FFF2-40B4-BE49-F238E27FC236}">
                <a16:creationId xmlns:a16="http://schemas.microsoft.com/office/drawing/2014/main" id="{5B2E67C8-1EB2-5A6D-31B4-702299ADEF5B}"/>
              </a:ext>
            </a:extLst>
          </p:cNvPr>
          <p:cNvSpPr>
            <a:spLocks noGrp="1"/>
          </p:cNvSpPr>
          <p:nvPr>
            <p:ph type="sldNum" sz="quarter" idx="20"/>
          </p:nvPr>
        </p:nvSpPr>
        <p:spPr/>
        <p:txBody>
          <a:bodyPr/>
          <a:lstStyle/>
          <a:p>
            <a:fld id="{E917DE0E-AFB1-41FD-BC35-27DB61CA125F}" type="slidenum">
              <a:rPr lang="en-AU" smtClean="0"/>
              <a:pPr/>
              <a:t>3</a:t>
            </a:fld>
            <a:endParaRPr lang="en-AU" dirty="0"/>
          </a:p>
        </p:txBody>
      </p:sp>
      <p:sp>
        <p:nvSpPr>
          <p:cNvPr id="4" name="Title 3">
            <a:extLst>
              <a:ext uri="{FF2B5EF4-FFF2-40B4-BE49-F238E27FC236}">
                <a16:creationId xmlns:a16="http://schemas.microsoft.com/office/drawing/2014/main" id="{EE486FCE-54C7-7367-D719-A0BCEBFA231E}"/>
              </a:ext>
            </a:extLst>
          </p:cNvPr>
          <p:cNvSpPr>
            <a:spLocks noGrp="1"/>
          </p:cNvSpPr>
          <p:nvPr>
            <p:ph type="title"/>
          </p:nvPr>
        </p:nvSpPr>
        <p:spPr/>
        <p:txBody>
          <a:bodyPr/>
          <a:lstStyle/>
          <a:p>
            <a:r>
              <a:rPr lang="en-US" dirty="0"/>
              <a:t>[Assessment title]</a:t>
            </a:r>
          </a:p>
        </p:txBody>
      </p:sp>
      <p:sp>
        <p:nvSpPr>
          <p:cNvPr id="5" name="Text Placeholder 4">
            <a:extLst>
              <a:ext uri="{FF2B5EF4-FFF2-40B4-BE49-F238E27FC236}">
                <a16:creationId xmlns:a16="http://schemas.microsoft.com/office/drawing/2014/main" id="{BA110F8C-FA9F-393E-0605-6C86FB733C9B}"/>
              </a:ext>
            </a:extLst>
          </p:cNvPr>
          <p:cNvSpPr>
            <a:spLocks noGrp="1"/>
          </p:cNvSpPr>
          <p:nvPr>
            <p:ph type="body" sz="quarter" idx="31"/>
          </p:nvPr>
        </p:nvSpPr>
        <p:spPr/>
        <p:txBody>
          <a:bodyPr/>
          <a:lstStyle/>
          <a:p>
            <a:r>
              <a:rPr lang="en-US" dirty="0"/>
              <a:t>[course code]</a:t>
            </a:r>
          </a:p>
        </p:txBody>
      </p:sp>
      <p:sp>
        <p:nvSpPr>
          <p:cNvPr id="6" name="Content Placeholder 5">
            <a:extLst>
              <a:ext uri="{FF2B5EF4-FFF2-40B4-BE49-F238E27FC236}">
                <a16:creationId xmlns:a16="http://schemas.microsoft.com/office/drawing/2014/main" id="{CAED18BE-4842-8E2A-AFA0-DA50DEB9AFC1}"/>
              </a:ext>
            </a:extLst>
          </p:cNvPr>
          <p:cNvSpPr>
            <a:spLocks noGrp="1"/>
          </p:cNvSpPr>
          <p:nvPr>
            <p:ph idx="32"/>
          </p:nvPr>
        </p:nvSpPr>
        <p:spPr/>
        <p:txBody>
          <a:bodyPr/>
          <a:lstStyle/>
          <a:p>
            <a:r>
              <a:rPr lang="en-US" sz="1600" dirty="0">
                <a:solidFill>
                  <a:schemeClr val="tx1"/>
                </a:solidFill>
              </a:rPr>
              <a:t>Weighting:</a:t>
            </a:r>
            <a:r>
              <a:rPr lang="en-US" sz="1600" b="0" dirty="0">
                <a:solidFill>
                  <a:schemeClr val="tx1"/>
                </a:solidFill>
              </a:rPr>
              <a:t>  </a:t>
            </a:r>
          </a:p>
          <a:p>
            <a:r>
              <a:rPr lang="en-US" sz="1600" dirty="0">
                <a:solidFill>
                  <a:schemeClr val="tx1"/>
                </a:solidFill>
              </a:rPr>
              <a:t>Due date:</a:t>
            </a:r>
          </a:p>
          <a:p>
            <a:r>
              <a:rPr lang="en-US" sz="1600" dirty="0">
                <a:solidFill>
                  <a:schemeClr val="tx1"/>
                </a:solidFill>
              </a:rPr>
              <a:t>Team size:</a:t>
            </a:r>
          </a:p>
          <a:p>
            <a:r>
              <a:rPr lang="en-US" sz="1600" dirty="0">
                <a:solidFill>
                  <a:schemeClr val="tx1"/>
                </a:solidFill>
              </a:rPr>
              <a:t>Team formation:</a:t>
            </a:r>
            <a:r>
              <a:rPr lang="en-US" sz="1600" b="0" dirty="0">
                <a:solidFill>
                  <a:schemeClr val="tx1"/>
                </a:solidFill>
              </a:rPr>
              <a:t> [e.g., self selected/allocated, within tutorial] </a:t>
            </a:r>
          </a:p>
          <a:p>
            <a:r>
              <a:rPr lang="en-US" sz="1600" b="0" dirty="0">
                <a:solidFill>
                  <a:schemeClr val="tx1"/>
                </a:solidFill>
              </a:rPr>
              <a:t> </a:t>
            </a:r>
          </a:p>
        </p:txBody>
      </p:sp>
      <p:sp>
        <p:nvSpPr>
          <p:cNvPr id="7" name="Text Placeholder 6">
            <a:extLst>
              <a:ext uri="{FF2B5EF4-FFF2-40B4-BE49-F238E27FC236}">
                <a16:creationId xmlns:a16="http://schemas.microsoft.com/office/drawing/2014/main" id="{CA64271C-B0D0-87A8-3CF0-A3A4C8A2DA4E}"/>
              </a:ext>
            </a:extLst>
          </p:cNvPr>
          <p:cNvSpPr>
            <a:spLocks noGrp="1"/>
          </p:cNvSpPr>
          <p:nvPr>
            <p:ph type="body" sz="quarter" idx="14"/>
          </p:nvPr>
        </p:nvSpPr>
        <p:spPr/>
        <p:txBody>
          <a:bodyPr anchor="t"/>
          <a:lstStyle/>
          <a:p>
            <a:r>
              <a:rPr lang="en-US" b="0" dirty="0"/>
              <a:t>[Task overview + any relevant details]</a:t>
            </a:r>
          </a:p>
        </p:txBody>
      </p:sp>
    </p:spTree>
    <p:extLst>
      <p:ext uri="{BB962C8B-B14F-4D97-AF65-F5344CB8AC3E}">
        <p14:creationId xmlns:p14="http://schemas.microsoft.com/office/powerpoint/2010/main" val="1802555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FFC888-366E-5EDB-BED2-951928E37ED5}"/>
              </a:ext>
            </a:extLst>
          </p:cNvPr>
          <p:cNvSpPr>
            <a:spLocks noGrp="1"/>
          </p:cNvSpPr>
          <p:nvPr>
            <p:ph type="title"/>
          </p:nvPr>
        </p:nvSpPr>
        <p:spPr/>
        <p:txBody>
          <a:bodyPr/>
          <a:lstStyle/>
          <a:p>
            <a:r>
              <a:rPr lang="en-US" dirty="0"/>
              <a:t>Why?</a:t>
            </a:r>
          </a:p>
        </p:txBody>
      </p:sp>
      <p:sp>
        <p:nvSpPr>
          <p:cNvPr id="4" name="Footer Placeholder 3">
            <a:extLst>
              <a:ext uri="{FF2B5EF4-FFF2-40B4-BE49-F238E27FC236}">
                <a16:creationId xmlns:a16="http://schemas.microsoft.com/office/drawing/2014/main" id="{62CCDCFA-BCA3-5452-BBE1-B0B3EE41A0D4}"/>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6D05CEBA-2B41-2CB6-9E13-3EBCD9088389}"/>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
        <p:nvSpPr>
          <p:cNvPr id="6" name="Text Placeholder 5">
            <a:extLst>
              <a:ext uri="{FF2B5EF4-FFF2-40B4-BE49-F238E27FC236}">
                <a16:creationId xmlns:a16="http://schemas.microsoft.com/office/drawing/2014/main" id="{50A41790-965B-89AD-C3B2-1584B86A30C9}"/>
              </a:ext>
            </a:extLst>
          </p:cNvPr>
          <p:cNvSpPr>
            <a:spLocks noGrp="1"/>
          </p:cNvSpPr>
          <p:nvPr>
            <p:ph type="body" sz="quarter" idx="31"/>
          </p:nvPr>
        </p:nvSpPr>
        <p:spPr/>
        <p:txBody>
          <a:bodyPr/>
          <a:lstStyle/>
          <a:p>
            <a:r>
              <a:rPr lang="en-US" dirty="0"/>
              <a:t>Through this task you will develop…</a:t>
            </a:r>
          </a:p>
        </p:txBody>
      </p:sp>
      <p:sp>
        <p:nvSpPr>
          <p:cNvPr id="7" name="TextBox 6">
            <a:extLst>
              <a:ext uri="{FF2B5EF4-FFF2-40B4-BE49-F238E27FC236}">
                <a16:creationId xmlns:a16="http://schemas.microsoft.com/office/drawing/2014/main" id="{235F5133-36FA-18D5-3DF5-F884624486E6}"/>
              </a:ext>
            </a:extLst>
          </p:cNvPr>
          <p:cNvSpPr txBox="1"/>
          <p:nvPr/>
        </p:nvSpPr>
        <p:spPr>
          <a:xfrm>
            <a:off x="808850" y="2128875"/>
            <a:ext cx="10903724" cy="4108437"/>
          </a:xfrm>
          <a:prstGeom prst="roundRect">
            <a:avLst/>
          </a:prstGeom>
          <a:solidFill>
            <a:schemeClr val="bg1">
              <a:lumMod val="95000"/>
            </a:schemeClr>
          </a:solidFill>
        </p:spPr>
        <p:txBody>
          <a:bodyPr wrap="square" rtlCol="0" anchor="b">
            <a:noAutofit/>
          </a:bodyPr>
          <a:lstStyle/>
          <a:p>
            <a:pPr algn="ctr"/>
            <a:r>
              <a:rPr lang="en-US" sz="2400" b="1" dirty="0"/>
              <a:t>Employability skills</a:t>
            </a:r>
          </a:p>
        </p:txBody>
      </p:sp>
      <p:grpSp>
        <p:nvGrpSpPr>
          <p:cNvPr id="39" name="Group 38">
            <a:extLst>
              <a:ext uri="{FF2B5EF4-FFF2-40B4-BE49-F238E27FC236}">
                <a16:creationId xmlns:a16="http://schemas.microsoft.com/office/drawing/2014/main" id="{10E6360E-E9ED-8220-46F6-070524DF358A}"/>
              </a:ext>
            </a:extLst>
          </p:cNvPr>
          <p:cNvGrpSpPr/>
          <p:nvPr/>
        </p:nvGrpSpPr>
        <p:grpSpPr>
          <a:xfrm>
            <a:off x="3783907" y="2455462"/>
            <a:ext cx="1967205" cy="2475412"/>
            <a:chOff x="3783907" y="3104773"/>
            <a:chExt cx="1967205" cy="2475412"/>
          </a:xfrm>
        </p:grpSpPr>
        <p:sp>
          <p:nvSpPr>
            <p:cNvPr id="25" name="Oval 24">
              <a:extLst>
                <a:ext uri="{FF2B5EF4-FFF2-40B4-BE49-F238E27FC236}">
                  <a16:creationId xmlns:a16="http://schemas.microsoft.com/office/drawing/2014/main" id="{34628B16-C8A7-9554-F6F4-2C2BE4ECFE70}"/>
                </a:ext>
              </a:extLst>
            </p:cNvPr>
            <p:cNvSpPr/>
            <p:nvPr/>
          </p:nvSpPr>
          <p:spPr>
            <a:xfrm>
              <a:off x="3975422" y="3104773"/>
              <a:ext cx="1584176" cy="1584176"/>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21A0912-319C-1CBE-7F2E-80A51855DAAD}"/>
                </a:ext>
              </a:extLst>
            </p:cNvPr>
            <p:cNvSpPr txBox="1"/>
            <p:nvPr/>
          </p:nvSpPr>
          <p:spPr>
            <a:xfrm>
              <a:off x="3783907" y="5180075"/>
              <a:ext cx="1967205" cy="400110"/>
            </a:xfrm>
            <a:prstGeom prst="rect">
              <a:avLst/>
            </a:prstGeom>
            <a:noFill/>
          </p:spPr>
          <p:txBody>
            <a:bodyPr wrap="none" rtlCol="0">
              <a:spAutoFit/>
            </a:bodyPr>
            <a:lstStyle/>
            <a:p>
              <a:r>
                <a:rPr lang="en-US" sz="2000" dirty="0"/>
                <a:t>Communication</a:t>
              </a:r>
            </a:p>
          </p:txBody>
        </p:sp>
        <p:pic>
          <p:nvPicPr>
            <p:cNvPr id="31" name="Picture 30">
              <a:extLst>
                <a:ext uri="{FF2B5EF4-FFF2-40B4-BE49-F238E27FC236}">
                  <a16:creationId xmlns:a16="http://schemas.microsoft.com/office/drawing/2014/main" id="{41DA80A8-61ED-DA63-D2BF-E0110E700537}"/>
                </a:ext>
              </a:extLst>
            </p:cNvPr>
            <p:cNvPicPr>
              <a:picLocks noChangeAspect="1"/>
            </p:cNvPicPr>
            <p:nvPr/>
          </p:nvPicPr>
          <p:blipFill>
            <a:blip r:embed="rId3"/>
            <a:stretch>
              <a:fillRect/>
            </a:stretch>
          </p:blipFill>
          <p:spPr>
            <a:xfrm>
              <a:off x="4317509" y="3429000"/>
              <a:ext cx="900000" cy="900000"/>
            </a:xfrm>
            <a:prstGeom prst="rect">
              <a:avLst/>
            </a:prstGeom>
          </p:spPr>
        </p:pic>
      </p:grpSp>
      <p:grpSp>
        <p:nvGrpSpPr>
          <p:cNvPr id="40" name="Group 39">
            <a:extLst>
              <a:ext uri="{FF2B5EF4-FFF2-40B4-BE49-F238E27FC236}">
                <a16:creationId xmlns:a16="http://schemas.microsoft.com/office/drawing/2014/main" id="{F68BD996-05B9-93E8-2D02-3CDE561D242F}"/>
              </a:ext>
            </a:extLst>
          </p:cNvPr>
          <p:cNvGrpSpPr/>
          <p:nvPr/>
        </p:nvGrpSpPr>
        <p:grpSpPr>
          <a:xfrm>
            <a:off x="6579538" y="2496349"/>
            <a:ext cx="2024913" cy="2434525"/>
            <a:chOff x="6579538" y="3145660"/>
            <a:chExt cx="2024913" cy="2434525"/>
          </a:xfrm>
        </p:grpSpPr>
        <p:sp>
          <p:nvSpPr>
            <p:cNvPr id="24" name="Oval 23">
              <a:extLst>
                <a:ext uri="{FF2B5EF4-FFF2-40B4-BE49-F238E27FC236}">
                  <a16:creationId xmlns:a16="http://schemas.microsoft.com/office/drawing/2014/main" id="{D9787981-AB6A-5991-2D5C-25872A28A15B}"/>
                </a:ext>
              </a:extLst>
            </p:cNvPr>
            <p:cNvSpPr/>
            <p:nvPr/>
          </p:nvSpPr>
          <p:spPr>
            <a:xfrm>
              <a:off x="6799907" y="3145660"/>
              <a:ext cx="1584176" cy="1584176"/>
            </a:xfrm>
            <a:prstGeom prst="ellipse">
              <a:avLst/>
            </a:prstGeom>
            <a:solidFill>
              <a:srgbClr val="5A3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0FA032A-E069-90B1-F508-7CDABC611D84}"/>
                </a:ext>
              </a:extLst>
            </p:cNvPr>
            <p:cNvSpPr txBox="1"/>
            <p:nvPr/>
          </p:nvSpPr>
          <p:spPr>
            <a:xfrm>
              <a:off x="6579538" y="5180075"/>
              <a:ext cx="2024913" cy="400110"/>
            </a:xfrm>
            <a:prstGeom prst="rect">
              <a:avLst/>
            </a:prstGeom>
            <a:noFill/>
          </p:spPr>
          <p:txBody>
            <a:bodyPr wrap="none" rtlCol="0">
              <a:spAutoFit/>
            </a:bodyPr>
            <a:lstStyle/>
            <a:p>
              <a:r>
                <a:rPr lang="en-US" sz="2000" dirty="0"/>
                <a:t>Problem-solving</a:t>
              </a:r>
            </a:p>
          </p:txBody>
        </p:sp>
        <p:pic>
          <p:nvPicPr>
            <p:cNvPr id="33" name="Picture 32">
              <a:extLst>
                <a:ext uri="{FF2B5EF4-FFF2-40B4-BE49-F238E27FC236}">
                  <a16:creationId xmlns:a16="http://schemas.microsoft.com/office/drawing/2014/main" id="{F98078E6-32B4-CAF4-4560-418A810A657C}"/>
                </a:ext>
              </a:extLst>
            </p:cNvPr>
            <p:cNvPicPr>
              <a:picLocks noChangeAspect="1"/>
            </p:cNvPicPr>
            <p:nvPr/>
          </p:nvPicPr>
          <p:blipFill>
            <a:blip r:embed="rId4"/>
            <a:stretch>
              <a:fillRect/>
            </a:stretch>
          </p:blipFill>
          <p:spPr>
            <a:xfrm>
              <a:off x="7032104" y="3440121"/>
              <a:ext cx="1009890" cy="1009890"/>
            </a:xfrm>
            <a:prstGeom prst="rect">
              <a:avLst/>
            </a:prstGeom>
          </p:spPr>
        </p:pic>
      </p:grpSp>
      <p:grpSp>
        <p:nvGrpSpPr>
          <p:cNvPr id="38" name="Group 37">
            <a:extLst>
              <a:ext uri="{FF2B5EF4-FFF2-40B4-BE49-F238E27FC236}">
                <a16:creationId xmlns:a16="http://schemas.microsoft.com/office/drawing/2014/main" id="{EDAA94A9-CA01-561D-3C80-8E0D568FB6E3}"/>
              </a:ext>
            </a:extLst>
          </p:cNvPr>
          <p:cNvGrpSpPr/>
          <p:nvPr/>
        </p:nvGrpSpPr>
        <p:grpSpPr>
          <a:xfrm>
            <a:off x="1150937" y="2545134"/>
            <a:ext cx="1584176" cy="2385740"/>
            <a:chOff x="1150937" y="3194445"/>
            <a:chExt cx="1584176" cy="2385740"/>
          </a:xfrm>
        </p:grpSpPr>
        <p:sp>
          <p:nvSpPr>
            <p:cNvPr id="22" name="Oval 21">
              <a:extLst>
                <a:ext uri="{FF2B5EF4-FFF2-40B4-BE49-F238E27FC236}">
                  <a16:creationId xmlns:a16="http://schemas.microsoft.com/office/drawing/2014/main" id="{C2CCFA5B-DFA9-3107-EAD8-42CF5ED25996}"/>
                </a:ext>
              </a:extLst>
            </p:cNvPr>
            <p:cNvSpPr/>
            <p:nvPr/>
          </p:nvSpPr>
          <p:spPr>
            <a:xfrm>
              <a:off x="1150937" y="3194445"/>
              <a:ext cx="1584176" cy="1584176"/>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F259F68-8B4E-D929-140C-9267D0BAE6EF}"/>
                </a:ext>
              </a:extLst>
            </p:cNvPr>
            <p:cNvSpPr txBox="1"/>
            <p:nvPr/>
          </p:nvSpPr>
          <p:spPr>
            <a:xfrm>
              <a:off x="1271464" y="5180075"/>
              <a:ext cx="1353704" cy="400110"/>
            </a:xfrm>
            <a:prstGeom prst="rect">
              <a:avLst/>
            </a:prstGeom>
            <a:noFill/>
          </p:spPr>
          <p:txBody>
            <a:bodyPr wrap="none" rtlCol="0">
              <a:spAutoFit/>
            </a:bodyPr>
            <a:lstStyle/>
            <a:p>
              <a:r>
                <a:rPr lang="en-US" sz="2000" dirty="0"/>
                <a:t>Teamwork</a:t>
              </a:r>
            </a:p>
          </p:txBody>
        </p:sp>
        <p:pic>
          <p:nvPicPr>
            <p:cNvPr id="35" name="Picture 34">
              <a:extLst>
                <a:ext uri="{FF2B5EF4-FFF2-40B4-BE49-F238E27FC236}">
                  <a16:creationId xmlns:a16="http://schemas.microsoft.com/office/drawing/2014/main" id="{551A7A2B-E2D4-AB08-D75D-8BF6D4BA3401}"/>
                </a:ext>
              </a:extLst>
            </p:cNvPr>
            <p:cNvPicPr>
              <a:picLocks noChangeAspect="1"/>
            </p:cNvPicPr>
            <p:nvPr/>
          </p:nvPicPr>
          <p:blipFill>
            <a:blip r:embed="rId5"/>
            <a:stretch>
              <a:fillRect/>
            </a:stretch>
          </p:blipFill>
          <p:spPr>
            <a:xfrm>
              <a:off x="1493025" y="3487748"/>
              <a:ext cx="900000" cy="900000"/>
            </a:xfrm>
            <a:prstGeom prst="rect">
              <a:avLst/>
            </a:prstGeom>
          </p:spPr>
        </p:pic>
      </p:grpSp>
      <p:grpSp>
        <p:nvGrpSpPr>
          <p:cNvPr id="41" name="Group 40">
            <a:extLst>
              <a:ext uri="{FF2B5EF4-FFF2-40B4-BE49-F238E27FC236}">
                <a16:creationId xmlns:a16="http://schemas.microsoft.com/office/drawing/2014/main" id="{05FB2386-DD43-329C-3B8A-3B946BB7A343}"/>
              </a:ext>
            </a:extLst>
          </p:cNvPr>
          <p:cNvGrpSpPr/>
          <p:nvPr/>
        </p:nvGrpSpPr>
        <p:grpSpPr>
          <a:xfrm>
            <a:off x="9394722" y="2455462"/>
            <a:ext cx="2024913" cy="2754922"/>
            <a:chOff x="9394722" y="3104773"/>
            <a:chExt cx="2024913" cy="2754922"/>
          </a:xfrm>
        </p:grpSpPr>
        <p:sp>
          <p:nvSpPr>
            <p:cNvPr id="23" name="Oval 22">
              <a:extLst>
                <a:ext uri="{FF2B5EF4-FFF2-40B4-BE49-F238E27FC236}">
                  <a16:creationId xmlns:a16="http://schemas.microsoft.com/office/drawing/2014/main" id="{EA9BFBCD-F5D7-D738-0536-A53964CA1E6C}"/>
                </a:ext>
              </a:extLst>
            </p:cNvPr>
            <p:cNvSpPr/>
            <p:nvPr/>
          </p:nvSpPr>
          <p:spPr>
            <a:xfrm>
              <a:off x="9624391" y="3104773"/>
              <a:ext cx="1584176" cy="1584176"/>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0C43181-865D-5179-6EC6-477B5CFF95DA}"/>
                </a:ext>
              </a:extLst>
            </p:cNvPr>
            <p:cNvSpPr txBox="1"/>
            <p:nvPr/>
          </p:nvSpPr>
          <p:spPr>
            <a:xfrm>
              <a:off x="9394722" y="5151809"/>
              <a:ext cx="2024913" cy="707886"/>
            </a:xfrm>
            <a:prstGeom prst="rect">
              <a:avLst/>
            </a:prstGeom>
            <a:noFill/>
          </p:spPr>
          <p:txBody>
            <a:bodyPr wrap="square" rtlCol="0">
              <a:spAutoFit/>
            </a:bodyPr>
            <a:lstStyle/>
            <a:p>
              <a:pPr algn="ctr"/>
              <a:r>
                <a:rPr lang="en-US" sz="2000" dirty="0"/>
                <a:t>Planning and organisation</a:t>
              </a:r>
            </a:p>
          </p:txBody>
        </p:sp>
        <p:pic>
          <p:nvPicPr>
            <p:cNvPr id="37" name="Picture 36">
              <a:extLst>
                <a:ext uri="{FF2B5EF4-FFF2-40B4-BE49-F238E27FC236}">
                  <a16:creationId xmlns:a16="http://schemas.microsoft.com/office/drawing/2014/main" id="{989EFA42-1BB8-1598-B666-21F990739A5D}"/>
                </a:ext>
              </a:extLst>
            </p:cNvPr>
            <p:cNvPicPr>
              <a:picLocks noChangeAspect="1"/>
            </p:cNvPicPr>
            <p:nvPr/>
          </p:nvPicPr>
          <p:blipFill>
            <a:blip r:embed="rId6"/>
            <a:stretch>
              <a:fillRect/>
            </a:stretch>
          </p:blipFill>
          <p:spPr>
            <a:xfrm>
              <a:off x="9966479" y="3429000"/>
              <a:ext cx="900000" cy="900000"/>
            </a:xfrm>
            <a:prstGeom prst="rect">
              <a:avLst/>
            </a:prstGeom>
          </p:spPr>
        </p:pic>
      </p:grpSp>
    </p:spTree>
    <p:extLst>
      <p:ext uri="{BB962C8B-B14F-4D97-AF65-F5344CB8AC3E}">
        <p14:creationId xmlns:p14="http://schemas.microsoft.com/office/powerpoint/2010/main" val="15321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2C2E169-D9BB-0FA5-16E4-A58925DB850B}"/>
              </a:ext>
            </a:extLst>
          </p:cNvPr>
          <p:cNvGraphicFramePr>
            <a:graphicFrameLocks noGrp="1"/>
          </p:cNvGraphicFramePr>
          <p:nvPr>
            <p:ph sz="quarter" idx="10"/>
            <p:extLst>
              <p:ext uri="{D42A27DB-BD31-4B8C-83A1-F6EECF244321}">
                <p14:modId xmlns:p14="http://schemas.microsoft.com/office/powerpoint/2010/main" val="1235200662"/>
              </p:ext>
            </p:extLst>
          </p:nvPr>
        </p:nvGraphicFramePr>
        <p:xfrm>
          <a:off x="479424" y="1391423"/>
          <a:ext cx="11233150" cy="23252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A772C40B-1955-035B-A70C-668ECBECB069}"/>
              </a:ext>
            </a:extLst>
          </p:cNvPr>
          <p:cNvSpPr>
            <a:spLocks noGrp="1"/>
          </p:cNvSpPr>
          <p:nvPr>
            <p:ph type="title"/>
          </p:nvPr>
        </p:nvSpPr>
        <p:spPr/>
        <p:txBody>
          <a:bodyPr/>
          <a:lstStyle/>
          <a:p>
            <a:r>
              <a:rPr lang="en-US" dirty="0"/>
              <a:t>Stages of group work</a:t>
            </a:r>
          </a:p>
        </p:txBody>
      </p:sp>
      <p:sp>
        <p:nvSpPr>
          <p:cNvPr id="4" name="Footer Placeholder 3">
            <a:extLst>
              <a:ext uri="{FF2B5EF4-FFF2-40B4-BE49-F238E27FC236}">
                <a16:creationId xmlns:a16="http://schemas.microsoft.com/office/drawing/2014/main" id="{A6EAA787-03D3-1BA2-18D2-EF63627CD4F9}"/>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1C3F1F00-E60B-C0DE-68DF-E721F0F1DFDA}"/>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
        <p:nvSpPr>
          <p:cNvPr id="6" name="Text Placeholder 5">
            <a:extLst>
              <a:ext uri="{FF2B5EF4-FFF2-40B4-BE49-F238E27FC236}">
                <a16:creationId xmlns:a16="http://schemas.microsoft.com/office/drawing/2014/main" id="{3EB84A50-7794-55A4-E022-72B9E61CC04A}"/>
              </a:ext>
            </a:extLst>
          </p:cNvPr>
          <p:cNvSpPr>
            <a:spLocks noGrp="1"/>
          </p:cNvSpPr>
          <p:nvPr>
            <p:ph type="body" sz="quarter" idx="31"/>
          </p:nvPr>
        </p:nvSpPr>
        <p:spPr/>
        <p:txBody>
          <a:bodyPr/>
          <a:lstStyle/>
          <a:p>
            <a:r>
              <a:rPr lang="en-US" dirty="0"/>
              <a:t>Becoming a team</a:t>
            </a:r>
          </a:p>
        </p:txBody>
      </p:sp>
      <p:sp>
        <p:nvSpPr>
          <p:cNvPr id="8" name="TextBox 7">
            <a:extLst>
              <a:ext uri="{FF2B5EF4-FFF2-40B4-BE49-F238E27FC236}">
                <a16:creationId xmlns:a16="http://schemas.microsoft.com/office/drawing/2014/main" id="{ABA93217-9E28-A22F-9412-82142F2051F0}"/>
              </a:ext>
            </a:extLst>
          </p:cNvPr>
          <p:cNvSpPr txBox="1"/>
          <p:nvPr/>
        </p:nvSpPr>
        <p:spPr>
          <a:xfrm>
            <a:off x="479424" y="3249747"/>
            <a:ext cx="1774845" cy="369332"/>
          </a:xfrm>
          <a:prstGeom prst="rect">
            <a:avLst/>
          </a:prstGeom>
          <a:noFill/>
        </p:spPr>
        <p:txBody>
          <a:bodyPr wrap="none" rtlCol="0">
            <a:spAutoFit/>
          </a:bodyPr>
          <a:lstStyle/>
          <a:p>
            <a:r>
              <a:rPr lang="en-US" b="1" dirty="0"/>
              <a:t>Sounds like… </a:t>
            </a:r>
          </a:p>
        </p:txBody>
      </p:sp>
      <p:sp>
        <p:nvSpPr>
          <p:cNvPr id="9" name="TextBox 8">
            <a:extLst>
              <a:ext uri="{FF2B5EF4-FFF2-40B4-BE49-F238E27FC236}">
                <a16:creationId xmlns:a16="http://schemas.microsoft.com/office/drawing/2014/main" id="{1D76F260-47BD-64DC-EA2F-434E1874D091}"/>
              </a:ext>
            </a:extLst>
          </p:cNvPr>
          <p:cNvSpPr txBox="1"/>
          <p:nvPr/>
        </p:nvSpPr>
        <p:spPr>
          <a:xfrm>
            <a:off x="709393" y="3717032"/>
            <a:ext cx="2409634" cy="923330"/>
          </a:xfrm>
          <a:prstGeom prst="rect">
            <a:avLst/>
          </a:prstGeom>
          <a:noFill/>
        </p:spPr>
        <p:txBody>
          <a:bodyPr wrap="none" rtlCol="0">
            <a:spAutoFit/>
          </a:bodyPr>
          <a:lstStyle/>
          <a:p>
            <a:pPr marL="285750" indent="-285750">
              <a:buFont typeface="Arial" panose="020B0604020202020204" pitchFamily="34" charset="0"/>
              <a:buChar char="•"/>
            </a:pPr>
            <a:r>
              <a:rPr lang="en-US" dirty="0"/>
              <a:t>Who are we? </a:t>
            </a:r>
          </a:p>
          <a:p>
            <a:pPr marL="285750" indent="-285750">
              <a:buFont typeface="Arial" panose="020B0604020202020204" pitchFamily="34" charset="0"/>
              <a:buChar char="•"/>
            </a:pPr>
            <a:r>
              <a:rPr lang="en-US" dirty="0"/>
              <a:t>Why are we here? </a:t>
            </a:r>
          </a:p>
          <a:p>
            <a:pPr marL="285750" indent="-285750">
              <a:buFont typeface="Arial" panose="020B0604020202020204" pitchFamily="34" charset="0"/>
              <a:buChar char="•"/>
            </a:pPr>
            <a:r>
              <a:rPr lang="en-US" dirty="0"/>
              <a:t>What is the task?</a:t>
            </a:r>
          </a:p>
        </p:txBody>
      </p:sp>
      <p:sp>
        <p:nvSpPr>
          <p:cNvPr id="10" name="TextBox 9">
            <a:extLst>
              <a:ext uri="{FF2B5EF4-FFF2-40B4-BE49-F238E27FC236}">
                <a16:creationId xmlns:a16="http://schemas.microsoft.com/office/drawing/2014/main" id="{4F97371A-1335-2A88-487D-88E31DF30264}"/>
              </a:ext>
            </a:extLst>
          </p:cNvPr>
          <p:cNvSpPr txBox="1"/>
          <p:nvPr/>
        </p:nvSpPr>
        <p:spPr>
          <a:xfrm>
            <a:off x="3359696" y="3717032"/>
            <a:ext cx="2550698" cy="646331"/>
          </a:xfrm>
          <a:prstGeom prst="rect">
            <a:avLst/>
          </a:prstGeom>
          <a:noFill/>
        </p:spPr>
        <p:txBody>
          <a:bodyPr wrap="none" rtlCol="0">
            <a:spAutoFit/>
          </a:bodyPr>
          <a:lstStyle/>
          <a:p>
            <a:pPr marL="285750" indent="-285750">
              <a:buFont typeface="Arial" panose="020B0604020202020204" pitchFamily="34" charset="0"/>
              <a:buChar char="•"/>
            </a:pPr>
            <a:r>
              <a:rPr lang="en-US" dirty="0"/>
              <a:t>Who is in charge?</a:t>
            </a:r>
          </a:p>
          <a:p>
            <a:pPr marL="285750" indent="-285750">
              <a:buFont typeface="Arial" panose="020B0604020202020204" pitchFamily="34" charset="0"/>
              <a:buChar char="•"/>
            </a:pPr>
            <a:r>
              <a:rPr lang="en-US" dirty="0"/>
              <a:t>How will we do this?</a:t>
            </a:r>
          </a:p>
        </p:txBody>
      </p:sp>
      <p:sp>
        <p:nvSpPr>
          <p:cNvPr id="11" name="TextBox 10">
            <a:extLst>
              <a:ext uri="{FF2B5EF4-FFF2-40B4-BE49-F238E27FC236}">
                <a16:creationId xmlns:a16="http://schemas.microsoft.com/office/drawing/2014/main" id="{88ACDA32-E8A9-36DA-A5DD-0813CBBC45D5}"/>
              </a:ext>
            </a:extLst>
          </p:cNvPr>
          <p:cNvSpPr txBox="1"/>
          <p:nvPr/>
        </p:nvSpPr>
        <p:spPr>
          <a:xfrm>
            <a:off x="5947915" y="3717032"/>
            <a:ext cx="2858475" cy="646331"/>
          </a:xfrm>
          <a:prstGeom prst="rect">
            <a:avLst/>
          </a:prstGeom>
          <a:noFill/>
        </p:spPr>
        <p:txBody>
          <a:bodyPr wrap="none" rtlCol="0">
            <a:spAutoFit/>
          </a:bodyPr>
          <a:lstStyle/>
          <a:p>
            <a:pPr marL="285750" indent="-285750">
              <a:buFont typeface="Arial" panose="020B0604020202020204" pitchFamily="34" charset="0"/>
              <a:buChar char="•"/>
            </a:pPr>
            <a:r>
              <a:rPr lang="en-US" dirty="0"/>
              <a:t>What can we achieve? </a:t>
            </a:r>
          </a:p>
          <a:p>
            <a:pPr marL="285750" indent="-285750">
              <a:buFont typeface="Arial" panose="020B0604020202020204" pitchFamily="34" charset="0"/>
              <a:buChar char="•"/>
            </a:pPr>
            <a:r>
              <a:rPr lang="en-US" dirty="0"/>
              <a:t>How can I contribute?</a:t>
            </a:r>
          </a:p>
        </p:txBody>
      </p:sp>
      <p:sp>
        <p:nvSpPr>
          <p:cNvPr id="12" name="TextBox 11">
            <a:extLst>
              <a:ext uri="{FF2B5EF4-FFF2-40B4-BE49-F238E27FC236}">
                <a16:creationId xmlns:a16="http://schemas.microsoft.com/office/drawing/2014/main" id="{3BC50126-904E-CD04-7C49-E5A20D5261F4}"/>
              </a:ext>
            </a:extLst>
          </p:cNvPr>
          <p:cNvSpPr txBox="1"/>
          <p:nvPr/>
        </p:nvSpPr>
        <p:spPr>
          <a:xfrm>
            <a:off x="9115551" y="3717032"/>
            <a:ext cx="1588961" cy="369332"/>
          </a:xfrm>
          <a:prstGeom prst="rect">
            <a:avLst/>
          </a:prstGeom>
          <a:noFill/>
        </p:spPr>
        <p:txBody>
          <a:bodyPr wrap="none" rtlCol="0">
            <a:spAutoFit/>
          </a:bodyPr>
          <a:lstStyle/>
          <a:p>
            <a:pPr marL="285750" indent="-285750">
              <a:buFont typeface="Arial" panose="020B0604020202020204" pitchFamily="34" charset="0"/>
              <a:buChar char="•"/>
            </a:pPr>
            <a:r>
              <a:rPr lang="en-US" dirty="0"/>
              <a:t>Teamwork!</a:t>
            </a:r>
          </a:p>
        </p:txBody>
      </p:sp>
      <p:sp>
        <p:nvSpPr>
          <p:cNvPr id="13" name="TextBox 12">
            <a:extLst>
              <a:ext uri="{FF2B5EF4-FFF2-40B4-BE49-F238E27FC236}">
                <a16:creationId xmlns:a16="http://schemas.microsoft.com/office/drawing/2014/main" id="{23CA8756-A04F-89E0-28CA-B05ECE0EFBCA}"/>
              </a:ext>
            </a:extLst>
          </p:cNvPr>
          <p:cNvSpPr txBox="1"/>
          <p:nvPr/>
        </p:nvSpPr>
        <p:spPr>
          <a:xfrm>
            <a:off x="486455" y="4726131"/>
            <a:ext cx="1608133" cy="369332"/>
          </a:xfrm>
          <a:prstGeom prst="rect">
            <a:avLst/>
          </a:prstGeom>
          <a:noFill/>
        </p:spPr>
        <p:txBody>
          <a:bodyPr wrap="none" rtlCol="0">
            <a:spAutoFit/>
          </a:bodyPr>
          <a:lstStyle/>
          <a:p>
            <a:r>
              <a:rPr lang="en-US" b="1" dirty="0"/>
              <a:t>Looks like… </a:t>
            </a:r>
          </a:p>
        </p:txBody>
      </p:sp>
      <p:sp>
        <p:nvSpPr>
          <p:cNvPr id="14" name="TextBox 13">
            <a:extLst>
              <a:ext uri="{FF2B5EF4-FFF2-40B4-BE49-F238E27FC236}">
                <a16:creationId xmlns:a16="http://schemas.microsoft.com/office/drawing/2014/main" id="{EC786980-585D-F6FE-2B02-AD0C67FF9107}"/>
              </a:ext>
            </a:extLst>
          </p:cNvPr>
          <p:cNvSpPr txBox="1"/>
          <p:nvPr/>
        </p:nvSpPr>
        <p:spPr>
          <a:xfrm>
            <a:off x="3468541" y="5181232"/>
            <a:ext cx="2409634" cy="646331"/>
          </a:xfrm>
          <a:prstGeom prst="rect">
            <a:avLst/>
          </a:prstGeom>
          <a:noFill/>
        </p:spPr>
        <p:txBody>
          <a:bodyPr wrap="square" rtlCol="0">
            <a:spAutoFit/>
          </a:bodyPr>
          <a:lstStyle/>
          <a:p>
            <a:pPr algn="ctr"/>
            <a:r>
              <a:rPr lang="en-US" dirty="0"/>
              <a:t>Struggles and annoyance</a:t>
            </a:r>
          </a:p>
        </p:txBody>
      </p:sp>
      <p:sp>
        <p:nvSpPr>
          <p:cNvPr id="15" name="TextBox 14">
            <a:extLst>
              <a:ext uri="{FF2B5EF4-FFF2-40B4-BE49-F238E27FC236}">
                <a16:creationId xmlns:a16="http://schemas.microsoft.com/office/drawing/2014/main" id="{E8C7E388-2771-3972-9496-9803D815ABAF}"/>
              </a:ext>
            </a:extLst>
          </p:cNvPr>
          <p:cNvSpPr txBox="1"/>
          <p:nvPr/>
        </p:nvSpPr>
        <p:spPr>
          <a:xfrm>
            <a:off x="764747" y="5181232"/>
            <a:ext cx="2409634" cy="923330"/>
          </a:xfrm>
          <a:prstGeom prst="rect">
            <a:avLst/>
          </a:prstGeom>
          <a:noFill/>
        </p:spPr>
        <p:txBody>
          <a:bodyPr wrap="square" rtlCol="0">
            <a:spAutoFit/>
          </a:bodyPr>
          <a:lstStyle/>
          <a:p>
            <a:pPr algn="ctr"/>
            <a:r>
              <a:rPr lang="en-US" dirty="0"/>
              <a:t>Role uncertainty, politeness, tentativeness</a:t>
            </a:r>
          </a:p>
        </p:txBody>
      </p:sp>
      <p:sp>
        <p:nvSpPr>
          <p:cNvPr id="16" name="TextBox 15">
            <a:extLst>
              <a:ext uri="{FF2B5EF4-FFF2-40B4-BE49-F238E27FC236}">
                <a16:creationId xmlns:a16="http://schemas.microsoft.com/office/drawing/2014/main" id="{5F4E42A7-AC42-14DB-695D-AB23C97C9AA3}"/>
              </a:ext>
            </a:extLst>
          </p:cNvPr>
          <p:cNvSpPr txBox="1"/>
          <p:nvPr/>
        </p:nvSpPr>
        <p:spPr>
          <a:xfrm>
            <a:off x="6172335" y="5181232"/>
            <a:ext cx="2634055" cy="1200329"/>
          </a:xfrm>
          <a:prstGeom prst="rect">
            <a:avLst/>
          </a:prstGeom>
          <a:noFill/>
        </p:spPr>
        <p:txBody>
          <a:bodyPr wrap="square" rtlCol="0">
            <a:spAutoFit/>
          </a:bodyPr>
          <a:lstStyle/>
          <a:p>
            <a:pPr algn="ctr"/>
            <a:r>
              <a:rPr lang="en-US" dirty="0"/>
              <a:t>Group harmonises, mutual support, strategies to resolve conflict</a:t>
            </a:r>
          </a:p>
        </p:txBody>
      </p:sp>
      <p:sp>
        <p:nvSpPr>
          <p:cNvPr id="17" name="TextBox 16">
            <a:extLst>
              <a:ext uri="{FF2B5EF4-FFF2-40B4-BE49-F238E27FC236}">
                <a16:creationId xmlns:a16="http://schemas.microsoft.com/office/drawing/2014/main" id="{F0D8D40C-ED15-5A91-54C9-7566AB8141F8}"/>
              </a:ext>
            </a:extLst>
          </p:cNvPr>
          <p:cNvSpPr txBox="1"/>
          <p:nvPr/>
        </p:nvSpPr>
        <p:spPr>
          <a:xfrm>
            <a:off x="9054130" y="5181232"/>
            <a:ext cx="2409634" cy="923330"/>
          </a:xfrm>
          <a:prstGeom prst="rect">
            <a:avLst/>
          </a:prstGeom>
          <a:noFill/>
        </p:spPr>
        <p:txBody>
          <a:bodyPr wrap="square" rtlCol="0">
            <a:spAutoFit/>
          </a:bodyPr>
          <a:lstStyle/>
          <a:p>
            <a:pPr algn="ctr"/>
            <a:r>
              <a:rPr lang="en-US" dirty="0"/>
              <a:t>Everyone works at full personal capacity to achieve team goals</a:t>
            </a:r>
          </a:p>
        </p:txBody>
      </p:sp>
    </p:spTree>
    <p:extLst>
      <p:ext uri="{BB962C8B-B14F-4D97-AF65-F5344CB8AC3E}">
        <p14:creationId xmlns:p14="http://schemas.microsoft.com/office/powerpoint/2010/main" val="3133459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8415D08-0D36-2B45-0B5D-9B26D91573C5}"/>
              </a:ext>
            </a:extLst>
          </p:cNvPr>
          <p:cNvSpPr txBox="1"/>
          <p:nvPr/>
        </p:nvSpPr>
        <p:spPr>
          <a:xfrm>
            <a:off x="479424" y="2237896"/>
            <a:ext cx="5472560" cy="3495360"/>
          </a:xfrm>
          <a:prstGeom prst="roundRect">
            <a:avLst/>
          </a:prstGeom>
          <a:solidFill>
            <a:schemeClr val="bg1"/>
          </a:solidFill>
          <a:ln w="57150">
            <a:solidFill>
              <a:srgbClr val="FF0000"/>
            </a:solidFill>
          </a:ln>
        </p:spPr>
        <p:txBody>
          <a:bodyPr wrap="square" rtlCol="0">
            <a:noAutofit/>
          </a:bodyPr>
          <a:lstStyle/>
          <a:p>
            <a:pPr algn="ctr"/>
            <a:r>
              <a:rPr lang="en-US" b="1" dirty="0"/>
              <a:t>Teamwork</a:t>
            </a:r>
          </a:p>
          <a:p>
            <a:endParaRPr lang="en-US" dirty="0"/>
          </a:p>
          <a:p>
            <a:pPr>
              <a:spcBef>
                <a:spcPts val="600"/>
              </a:spcBef>
              <a:spcAft>
                <a:spcPts val="600"/>
              </a:spcAft>
            </a:pPr>
            <a:r>
              <a:rPr lang="en-US" dirty="0"/>
              <a:t>Working with others</a:t>
            </a:r>
          </a:p>
          <a:p>
            <a:pPr marL="285750" indent="-285750">
              <a:spcBef>
                <a:spcPts val="600"/>
              </a:spcBef>
              <a:spcAft>
                <a:spcPts val="600"/>
              </a:spcAft>
              <a:buFont typeface="Arial" panose="020B0604020202020204" pitchFamily="34" charset="0"/>
              <a:buChar char="•"/>
            </a:pPr>
            <a:r>
              <a:rPr lang="en-US" dirty="0"/>
              <a:t>Work towards a shared goal </a:t>
            </a:r>
          </a:p>
          <a:p>
            <a:pPr marL="285750" indent="-285750">
              <a:spcBef>
                <a:spcPts val="600"/>
              </a:spcBef>
              <a:spcAft>
                <a:spcPts val="600"/>
              </a:spcAft>
              <a:buFont typeface="Arial" panose="020B0604020202020204" pitchFamily="34" charset="0"/>
              <a:buChar char="•"/>
            </a:pPr>
            <a:r>
              <a:rPr lang="en-US" dirty="0"/>
              <a:t>Contribute fairly </a:t>
            </a:r>
          </a:p>
          <a:p>
            <a:pPr marL="285750" indent="-285750">
              <a:spcBef>
                <a:spcPts val="600"/>
              </a:spcBef>
              <a:spcAft>
                <a:spcPts val="600"/>
              </a:spcAft>
              <a:buFont typeface="Arial" panose="020B0604020202020204" pitchFamily="34" charset="0"/>
              <a:buChar char="•"/>
            </a:pPr>
            <a:r>
              <a:rPr lang="en-US" dirty="0"/>
              <a:t>Respect diverse viewpoints</a:t>
            </a:r>
          </a:p>
          <a:p>
            <a:pPr marL="285750" indent="-285750">
              <a:spcBef>
                <a:spcPts val="600"/>
              </a:spcBef>
              <a:spcAft>
                <a:spcPts val="600"/>
              </a:spcAft>
              <a:buFont typeface="Arial" panose="020B0604020202020204" pitchFamily="34" charset="0"/>
              <a:buChar char="•"/>
            </a:pPr>
            <a:r>
              <a:rPr lang="en-US" dirty="0"/>
              <a:t>Support your team </a:t>
            </a:r>
          </a:p>
        </p:txBody>
      </p:sp>
      <p:sp>
        <p:nvSpPr>
          <p:cNvPr id="3" name="Title 2">
            <a:extLst>
              <a:ext uri="{FF2B5EF4-FFF2-40B4-BE49-F238E27FC236}">
                <a16:creationId xmlns:a16="http://schemas.microsoft.com/office/drawing/2014/main" id="{42989764-A31B-BB94-8277-E10C7181FAA4}"/>
              </a:ext>
            </a:extLst>
          </p:cNvPr>
          <p:cNvSpPr>
            <a:spLocks noGrp="1"/>
          </p:cNvSpPr>
          <p:nvPr>
            <p:ph type="title"/>
          </p:nvPr>
        </p:nvSpPr>
        <p:spPr/>
        <p:txBody>
          <a:bodyPr/>
          <a:lstStyle/>
          <a:p>
            <a:r>
              <a:rPr lang="en-US" dirty="0"/>
              <a:t>Working in a team</a:t>
            </a:r>
          </a:p>
        </p:txBody>
      </p:sp>
      <p:sp>
        <p:nvSpPr>
          <p:cNvPr id="4" name="Footer Placeholder 3">
            <a:extLst>
              <a:ext uri="{FF2B5EF4-FFF2-40B4-BE49-F238E27FC236}">
                <a16:creationId xmlns:a16="http://schemas.microsoft.com/office/drawing/2014/main" id="{B7FD29C9-A526-5951-4D69-F41F688FF1B3}"/>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00869747-01CA-2401-EFB3-79670FA25FFD}"/>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6" name="Text Placeholder 5">
            <a:extLst>
              <a:ext uri="{FF2B5EF4-FFF2-40B4-BE49-F238E27FC236}">
                <a16:creationId xmlns:a16="http://schemas.microsoft.com/office/drawing/2014/main" id="{133277F3-5234-52AF-01C4-2A85799EDAD8}"/>
              </a:ext>
            </a:extLst>
          </p:cNvPr>
          <p:cNvSpPr>
            <a:spLocks noGrp="1"/>
          </p:cNvSpPr>
          <p:nvPr>
            <p:ph type="body" sz="quarter" idx="31"/>
          </p:nvPr>
        </p:nvSpPr>
        <p:spPr/>
        <p:txBody>
          <a:bodyPr/>
          <a:lstStyle/>
          <a:p>
            <a:r>
              <a:rPr lang="en-US" dirty="0"/>
              <a:t>Ways of working</a:t>
            </a:r>
          </a:p>
        </p:txBody>
      </p:sp>
      <p:sp>
        <p:nvSpPr>
          <p:cNvPr id="12" name="TextBox 11">
            <a:extLst>
              <a:ext uri="{FF2B5EF4-FFF2-40B4-BE49-F238E27FC236}">
                <a16:creationId xmlns:a16="http://schemas.microsoft.com/office/drawing/2014/main" id="{8DC8F9A3-9BA0-79D7-8314-DF622233D8D0}"/>
              </a:ext>
            </a:extLst>
          </p:cNvPr>
          <p:cNvSpPr txBox="1"/>
          <p:nvPr/>
        </p:nvSpPr>
        <p:spPr>
          <a:xfrm>
            <a:off x="6240018" y="2257622"/>
            <a:ext cx="5472560" cy="3495360"/>
          </a:xfrm>
          <a:prstGeom prst="roundRect">
            <a:avLst/>
          </a:prstGeom>
          <a:solidFill>
            <a:schemeClr val="bg1"/>
          </a:solidFill>
          <a:ln w="57150">
            <a:solidFill>
              <a:schemeClr val="accent2">
                <a:lumMod val="60000"/>
                <a:lumOff val="40000"/>
              </a:schemeClr>
            </a:solidFill>
          </a:ln>
        </p:spPr>
        <p:txBody>
          <a:bodyPr wrap="square" rtlCol="0">
            <a:noAutofit/>
          </a:bodyPr>
          <a:lstStyle/>
          <a:p>
            <a:pPr algn="ctr"/>
            <a:r>
              <a:rPr lang="en-US" b="1" dirty="0"/>
              <a:t>Communication</a:t>
            </a:r>
            <a:r>
              <a:rPr lang="en-US" dirty="0"/>
              <a:t> </a:t>
            </a:r>
          </a:p>
          <a:p>
            <a:endParaRPr lang="en-US" dirty="0"/>
          </a:p>
          <a:p>
            <a:pPr>
              <a:spcBef>
                <a:spcPts val="600"/>
              </a:spcBef>
            </a:pPr>
            <a:r>
              <a:rPr lang="en-US" dirty="0"/>
              <a:t>Professional communication </a:t>
            </a:r>
          </a:p>
          <a:p>
            <a:pPr marL="285750" indent="-285750">
              <a:spcBef>
                <a:spcPts val="600"/>
              </a:spcBef>
              <a:buFont typeface="Arial" panose="020B0604020202020204" pitchFamily="34" charset="0"/>
              <a:buChar char="•"/>
            </a:pPr>
            <a:r>
              <a:rPr lang="en-US" dirty="0"/>
              <a:t>Active listening </a:t>
            </a:r>
          </a:p>
          <a:p>
            <a:pPr marL="285750" indent="-285750">
              <a:spcBef>
                <a:spcPts val="600"/>
              </a:spcBef>
              <a:buFont typeface="Arial" panose="020B0604020202020204" pitchFamily="34" charset="0"/>
              <a:buChar char="•"/>
            </a:pPr>
            <a:r>
              <a:rPr lang="en-US" dirty="0"/>
              <a:t>Give and receive feedback </a:t>
            </a:r>
          </a:p>
          <a:p>
            <a:pPr marL="285750" indent="-285750">
              <a:spcBef>
                <a:spcPts val="600"/>
              </a:spcBef>
              <a:buFont typeface="Arial" panose="020B0604020202020204" pitchFamily="34" charset="0"/>
              <a:buChar char="•"/>
            </a:pPr>
            <a:r>
              <a:rPr lang="en-US" dirty="0"/>
              <a:t>Establish agreed communication methods</a:t>
            </a:r>
          </a:p>
          <a:p>
            <a:pPr marL="285750" indent="-285750">
              <a:spcBef>
                <a:spcPts val="600"/>
              </a:spcBef>
              <a:buFont typeface="Arial" panose="020B0604020202020204" pitchFamily="34" charset="0"/>
              <a:buChar char="•"/>
            </a:pPr>
            <a:r>
              <a:rPr lang="en-US" dirty="0"/>
              <a:t>Practice professional oral and/or written communication skills</a:t>
            </a:r>
          </a:p>
          <a:p>
            <a:pPr marL="285750" indent="-285750">
              <a:spcBef>
                <a:spcPts val="600"/>
              </a:spcBef>
              <a:buFont typeface="Arial" panose="020B0604020202020204" pitchFamily="34" charset="0"/>
              <a:buChar char="•"/>
            </a:pPr>
            <a:endParaRPr lang="en-US" dirty="0"/>
          </a:p>
        </p:txBody>
      </p:sp>
      <p:pic>
        <p:nvPicPr>
          <p:cNvPr id="14" name="Picture 13">
            <a:extLst>
              <a:ext uri="{FF2B5EF4-FFF2-40B4-BE49-F238E27FC236}">
                <a16:creationId xmlns:a16="http://schemas.microsoft.com/office/drawing/2014/main" id="{7F0D3AAC-BC05-3E21-A05C-F402AEAD303F}"/>
              </a:ext>
            </a:extLst>
          </p:cNvPr>
          <p:cNvPicPr>
            <a:picLocks noChangeAspect="1"/>
          </p:cNvPicPr>
          <p:nvPr/>
        </p:nvPicPr>
        <p:blipFill>
          <a:blip r:embed="rId3"/>
          <a:stretch>
            <a:fillRect/>
          </a:stretch>
        </p:blipFill>
        <p:spPr>
          <a:xfrm>
            <a:off x="10745451" y="1705385"/>
            <a:ext cx="926232" cy="926232"/>
          </a:xfrm>
          <a:prstGeom prst="rect">
            <a:avLst/>
          </a:prstGeom>
        </p:spPr>
      </p:pic>
      <p:pic>
        <p:nvPicPr>
          <p:cNvPr id="16" name="Picture 15">
            <a:extLst>
              <a:ext uri="{FF2B5EF4-FFF2-40B4-BE49-F238E27FC236}">
                <a16:creationId xmlns:a16="http://schemas.microsoft.com/office/drawing/2014/main" id="{D57B0301-8691-C406-590F-71969354BB31}"/>
              </a:ext>
            </a:extLst>
          </p:cNvPr>
          <p:cNvPicPr>
            <a:picLocks noChangeAspect="1"/>
          </p:cNvPicPr>
          <p:nvPr/>
        </p:nvPicPr>
        <p:blipFill>
          <a:blip r:embed="rId4"/>
          <a:stretch>
            <a:fillRect/>
          </a:stretch>
        </p:blipFill>
        <p:spPr>
          <a:xfrm>
            <a:off x="5087915" y="1825112"/>
            <a:ext cx="926232" cy="926232"/>
          </a:xfrm>
          <a:prstGeom prst="rect">
            <a:avLst/>
          </a:prstGeom>
        </p:spPr>
      </p:pic>
    </p:spTree>
    <p:extLst>
      <p:ext uri="{BB962C8B-B14F-4D97-AF65-F5344CB8AC3E}">
        <p14:creationId xmlns:p14="http://schemas.microsoft.com/office/powerpoint/2010/main" val="40975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CA717-E92D-040B-E5ED-BB8D679DDA0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BEDBDFE-334F-E2B3-287F-0D1A18517E93}"/>
              </a:ext>
            </a:extLst>
          </p:cNvPr>
          <p:cNvSpPr txBox="1"/>
          <p:nvPr/>
        </p:nvSpPr>
        <p:spPr>
          <a:xfrm>
            <a:off x="479424" y="2237896"/>
            <a:ext cx="5472560" cy="3495360"/>
          </a:xfrm>
          <a:prstGeom prst="roundRect">
            <a:avLst/>
          </a:prstGeom>
          <a:noFill/>
          <a:ln w="57150">
            <a:solidFill>
              <a:srgbClr val="5A32C3"/>
            </a:solidFill>
          </a:ln>
        </p:spPr>
        <p:txBody>
          <a:bodyPr wrap="square" rtlCol="0">
            <a:noAutofit/>
          </a:bodyPr>
          <a:lstStyle/>
          <a:p>
            <a:pPr algn="ctr"/>
            <a:r>
              <a:rPr lang="en-US" b="1" dirty="0"/>
              <a:t>Problem-solving</a:t>
            </a:r>
            <a:endParaRPr lang="en-US" dirty="0"/>
          </a:p>
        </p:txBody>
      </p:sp>
      <p:sp>
        <p:nvSpPr>
          <p:cNvPr id="3" name="Title 2">
            <a:extLst>
              <a:ext uri="{FF2B5EF4-FFF2-40B4-BE49-F238E27FC236}">
                <a16:creationId xmlns:a16="http://schemas.microsoft.com/office/drawing/2014/main" id="{151F0158-46BA-6A42-5C90-AC771D0CA1AA}"/>
              </a:ext>
            </a:extLst>
          </p:cNvPr>
          <p:cNvSpPr>
            <a:spLocks noGrp="1"/>
          </p:cNvSpPr>
          <p:nvPr>
            <p:ph type="title"/>
          </p:nvPr>
        </p:nvSpPr>
        <p:spPr/>
        <p:txBody>
          <a:bodyPr/>
          <a:lstStyle/>
          <a:p>
            <a:r>
              <a:rPr lang="en-US" dirty="0"/>
              <a:t>Working in a team</a:t>
            </a:r>
          </a:p>
        </p:txBody>
      </p:sp>
      <p:sp>
        <p:nvSpPr>
          <p:cNvPr id="4" name="Footer Placeholder 3">
            <a:extLst>
              <a:ext uri="{FF2B5EF4-FFF2-40B4-BE49-F238E27FC236}">
                <a16:creationId xmlns:a16="http://schemas.microsoft.com/office/drawing/2014/main" id="{D30E1270-17AA-082B-7AC2-3FA64654F438}"/>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479D2B87-208B-9F23-80A7-F3A98C9BCDC2}"/>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6" name="Text Placeholder 5">
            <a:extLst>
              <a:ext uri="{FF2B5EF4-FFF2-40B4-BE49-F238E27FC236}">
                <a16:creationId xmlns:a16="http://schemas.microsoft.com/office/drawing/2014/main" id="{219259BD-5DE9-2B36-4B17-958B9D68AA94}"/>
              </a:ext>
            </a:extLst>
          </p:cNvPr>
          <p:cNvSpPr>
            <a:spLocks noGrp="1"/>
          </p:cNvSpPr>
          <p:nvPr>
            <p:ph type="body" sz="quarter" idx="31"/>
          </p:nvPr>
        </p:nvSpPr>
        <p:spPr/>
        <p:txBody>
          <a:bodyPr/>
          <a:lstStyle/>
          <a:p>
            <a:r>
              <a:rPr lang="en-US" dirty="0"/>
              <a:t>Ways of working</a:t>
            </a:r>
          </a:p>
        </p:txBody>
      </p:sp>
      <p:sp>
        <p:nvSpPr>
          <p:cNvPr id="12" name="TextBox 11">
            <a:extLst>
              <a:ext uri="{FF2B5EF4-FFF2-40B4-BE49-F238E27FC236}">
                <a16:creationId xmlns:a16="http://schemas.microsoft.com/office/drawing/2014/main" id="{6936BA8A-9B1F-5266-70BF-88FC01A61269}"/>
              </a:ext>
            </a:extLst>
          </p:cNvPr>
          <p:cNvSpPr txBox="1"/>
          <p:nvPr/>
        </p:nvSpPr>
        <p:spPr>
          <a:xfrm>
            <a:off x="6240018" y="2257622"/>
            <a:ext cx="5472560" cy="3495360"/>
          </a:xfrm>
          <a:prstGeom prst="roundRect">
            <a:avLst/>
          </a:prstGeom>
          <a:noFill/>
          <a:ln w="57150">
            <a:solidFill>
              <a:schemeClr val="accent5"/>
            </a:solidFill>
          </a:ln>
        </p:spPr>
        <p:txBody>
          <a:bodyPr wrap="square" rtlCol="0">
            <a:noAutofit/>
          </a:bodyPr>
          <a:lstStyle/>
          <a:p>
            <a:pPr algn="ctr"/>
            <a:r>
              <a:rPr lang="en-US" b="1" dirty="0"/>
              <a:t>Planning and organisation</a:t>
            </a:r>
            <a:r>
              <a:rPr lang="en-US" dirty="0"/>
              <a:t> </a:t>
            </a:r>
          </a:p>
          <a:p>
            <a:endParaRPr lang="en-US" dirty="0"/>
          </a:p>
          <a:p>
            <a:pPr>
              <a:spcBef>
                <a:spcPts val="600"/>
              </a:spcBef>
              <a:spcAft>
                <a:spcPts val="600"/>
              </a:spcAft>
            </a:pPr>
            <a:r>
              <a:rPr lang="en-US" dirty="0"/>
              <a:t>Team coordination</a:t>
            </a:r>
          </a:p>
          <a:p>
            <a:pPr marL="285750" indent="-285750">
              <a:spcBef>
                <a:spcPts val="600"/>
              </a:spcBef>
              <a:spcAft>
                <a:spcPts val="600"/>
              </a:spcAft>
              <a:buFont typeface="Arial" panose="020B0604020202020204" pitchFamily="34" charset="0"/>
              <a:buChar char="•"/>
            </a:pPr>
            <a:r>
              <a:rPr lang="en-US" dirty="0"/>
              <a:t>Set clear goals and milestones</a:t>
            </a:r>
          </a:p>
          <a:p>
            <a:pPr marL="285750" indent="-285750">
              <a:spcBef>
                <a:spcPts val="600"/>
              </a:spcBef>
              <a:spcAft>
                <a:spcPts val="600"/>
              </a:spcAft>
              <a:buFont typeface="Arial" panose="020B0604020202020204" pitchFamily="34" charset="0"/>
              <a:buChar char="•"/>
            </a:pPr>
            <a:r>
              <a:rPr lang="en-US" dirty="0"/>
              <a:t>Assign roles and responsibilities </a:t>
            </a:r>
          </a:p>
          <a:p>
            <a:pPr marL="285750" indent="-285750">
              <a:spcBef>
                <a:spcPts val="600"/>
              </a:spcBef>
              <a:spcAft>
                <a:spcPts val="600"/>
              </a:spcAft>
              <a:buFont typeface="Arial" panose="020B0604020202020204" pitchFamily="34" charset="0"/>
              <a:buChar char="•"/>
            </a:pPr>
            <a:r>
              <a:rPr lang="en-US" dirty="0"/>
              <a:t>Track progress and prioritise </a:t>
            </a:r>
          </a:p>
          <a:p>
            <a:pPr marL="285750" indent="-285750">
              <a:spcBef>
                <a:spcPts val="600"/>
              </a:spcBef>
              <a:spcAft>
                <a:spcPts val="600"/>
              </a:spcAft>
              <a:buFont typeface="Arial" panose="020B0604020202020204" pitchFamily="34" charset="0"/>
              <a:buChar char="•"/>
            </a:pPr>
            <a:r>
              <a:rPr lang="en-US" dirty="0"/>
              <a:t>Review, adapt and keep records</a:t>
            </a:r>
          </a:p>
        </p:txBody>
      </p:sp>
      <p:pic>
        <p:nvPicPr>
          <p:cNvPr id="7" name="Picture 6">
            <a:extLst>
              <a:ext uri="{FF2B5EF4-FFF2-40B4-BE49-F238E27FC236}">
                <a16:creationId xmlns:a16="http://schemas.microsoft.com/office/drawing/2014/main" id="{17CACB67-D844-3BB0-7BBD-07F09E7A66B6}"/>
              </a:ext>
            </a:extLst>
          </p:cNvPr>
          <p:cNvPicPr>
            <a:picLocks noChangeAspect="1"/>
          </p:cNvPicPr>
          <p:nvPr/>
        </p:nvPicPr>
        <p:blipFill>
          <a:blip r:embed="rId3"/>
          <a:stretch>
            <a:fillRect/>
          </a:stretch>
        </p:blipFill>
        <p:spPr>
          <a:xfrm>
            <a:off x="4943895" y="1753104"/>
            <a:ext cx="1070248" cy="1070248"/>
          </a:xfrm>
          <a:prstGeom prst="rect">
            <a:avLst/>
          </a:prstGeom>
        </p:spPr>
      </p:pic>
      <p:pic>
        <p:nvPicPr>
          <p:cNvPr id="10" name="Picture 9">
            <a:extLst>
              <a:ext uri="{FF2B5EF4-FFF2-40B4-BE49-F238E27FC236}">
                <a16:creationId xmlns:a16="http://schemas.microsoft.com/office/drawing/2014/main" id="{F5E65255-1EBB-8910-D87A-A2DA36411CD4}"/>
              </a:ext>
            </a:extLst>
          </p:cNvPr>
          <p:cNvPicPr>
            <a:picLocks noChangeAspect="1"/>
          </p:cNvPicPr>
          <p:nvPr/>
        </p:nvPicPr>
        <p:blipFill>
          <a:blip r:embed="rId4"/>
          <a:stretch>
            <a:fillRect/>
          </a:stretch>
        </p:blipFill>
        <p:spPr>
          <a:xfrm>
            <a:off x="10766895" y="1765056"/>
            <a:ext cx="945679" cy="945679"/>
          </a:xfrm>
          <a:prstGeom prst="rect">
            <a:avLst/>
          </a:prstGeom>
        </p:spPr>
      </p:pic>
      <p:sp>
        <p:nvSpPr>
          <p:cNvPr id="11" name="TextBox 10">
            <a:extLst>
              <a:ext uri="{FF2B5EF4-FFF2-40B4-BE49-F238E27FC236}">
                <a16:creationId xmlns:a16="http://schemas.microsoft.com/office/drawing/2014/main" id="{691767F4-4BBA-0ACF-776B-CC683F983A5F}"/>
              </a:ext>
            </a:extLst>
          </p:cNvPr>
          <p:cNvSpPr txBox="1"/>
          <p:nvPr/>
        </p:nvSpPr>
        <p:spPr>
          <a:xfrm>
            <a:off x="839416" y="3061410"/>
            <a:ext cx="3743332" cy="2446824"/>
          </a:xfrm>
          <a:prstGeom prst="rect">
            <a:avLst/>
          </a:prstGeom>
          <a:noFill/>
        </p:spPr>
        <p:txBody>
          <a:bodyPr wrap="none" rtlCol="0">
            <a:spAutoFit/>
          </a:bodyPr>
          <a:lstStyle/>
          <a:p>
            <a:pPr>
              <a:spcBef>
                <a:spcPts val="600"/>
              </a:spcBef>
              <a:spcAft>
                <a:spcPts val="600"/>
              </a:spcAft>
            </a:pPr>
            <a:r>
              <a:rPr lang="en-US" dirty="0"/>
              <a:t>Collaborative problem-solving</a:t>
            </a:r>
          </a:p>
          <a:p>
            <a:pPr marL="285750" indent="-285750">
              <a:spcBef>
                <a:spcPts val="600"/>
              </a:spcBef>
              <a:spcAft>
                <a:spcPts val="600"/>
              </a:spcAft>
              <a:buFont typeface="Arial" panose="020B0604020202020204" pitchFamily="34" charset="0"/>
              <a:buChar char="•"/>
            </a:pPr>
            <a:r>
              <a:rPr lang="en-US" dirty="0"/>
              <a:t>Focus on the problem</a:t>
            </a:r>
          </a:p>
          <a:p>
            <a:pPr marL="285750" indent="-285750">
              <a:spcBef>
                <a:spcPts val="600"/>
              </a:spcBef>
              <a:spcAft>
                <a:spcPts val="600"/>
              </a:spcAft>
              <a:buFont typeface="Arial" panose="020B0604020202020204" pitchFamily="34" charset="0"/>
              <a:buChar char="•"/>
            </a:pPr>
            <a:r>
              <a:rPr lang="en-US" dirty="0"/>
              <a:t>Brainstorming </a:t>
            </a:r>
          </a:p>
          <a:p>
            <a:pPr marL="285750" indent="-285750">
              <a:spcBef>
                <a:spcPts val="600"/>
              </a:spcBef>
              <a:spcAft>
                <a:spcPts val="600"/>
              </a:spcAft>
              <a:buFont typeface="Arial" panose="020B0604020202020204" pitchFamily="34" charset="0"/>
              <a:buChar char="•"/>
            </a:pPr>
            <a:r>
              <a:rPr lang="en-US" dirty="0"/>
              <a:t>Evaluate options systematically </a:t>
            </a:r>
          </a:p>
          <a:p>
            <a:pPr marL="285750" indent="-285750">
              <a:spcBef>
                <a:spcPts val="600"/>
              </a:spcBef>
              <a:spcAft>
                <a:spcPts val="600"/>
              </a:spcAft>
              <a:buFont typeface="Arial" panose="020B0604020202020204" pitchFamily="34" charset="0"/>
              <a:buChar char="•"/>
            </a:pPr>
            <a:r>
              <a:rPr lang="en-US" dirty="0"/>
              <a:t>Conflict resolution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39484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B886E6BC-893E-FB77-A673-865055BFA1B5}"/>
              </a:ext>
            </a:extLst>
          </p:cNvPr>
          <p:cNvPicPr>
            <a:picLocks noGrp="1" noChangeAspect="1"/>
          </p:cNvPicPr>
          <p:nvPr>
            <p:ph type="pic" sz="quarter" idx="32"/>
          </p:nvPr>
        </p:nvPicPr>
        <p:blipFill>
          <a:blip r:embed="rId3"/>
          <a:srcRect l="18149" r="18149"/>
          <a:stretch>
            <a:fillRect/>
          </a:stretch>
        </p:blipFill>
        <p:spPr>
          <a:custGeom>
            <a:avLst/>
            <a:gdLst>
              <a:gd name="csX0" fmla="*/ 0 w 6096000"/>
              <a:gd name="csY0" fmla="*/ 0 h 6381750"/>
              <a:gd name="csX1" fmla="*/ 6096000 w 6096000"/>
              <a:gd name="csY1" fmla="*/ 0 h 6381750"/>
              <a:gd name="csX2" fmla="*/ 6096000 w 6096000"/>
              <a:gd name="csY2" fmla="*/ 6381750 h 6381750"/>
              <a:gd name="csX3" fmla="*/ 2092417 w 6096000"/>
              <a:gd name="csY3" fmla="*/ 6381750 h 6381750"/>
              <a:gd name="csX4" fmla="*/ 0 w 6096000"/>
              <a:gd name="csY4" fmla="*/ 4289333 h 6381750"/>
            </a:gdLst>
            <a:ahLst/>
            <a:cxnLst>
              <a:cxn ang="0">
                <a:pos x="csX0" y="csY0"/>
              </a:cxn>
              <a:cxn ang="0">
                <a:pos x="csX1" y="csY1"/>
              </a:cxn>
              <a:cxn ang="0">
                <a:pos x="csX2" y="csY2"/>
              </a:cxn>
              <a:cxn ang="0">
                <a:pos x="csX3" y="csY3"/>
              </a:cxn>
              <a:cxn ang="0">
                <a:pos x="csX4" y="csY4"/>
              </a:cxn>
            </a:cxnLst>
            <a:rect l="l" t="t" r="r" b="b"/>
            <a:pathLst>
              <a:path w="6096000" h="6381750">
                <a:moveTo>
                  <a:pt x="0" y="0"/>
                </a:moveTo>
                <a:lnTo>
                  <a:pt x="6096000" y="0"/>
                </a:lnTo>
                <a:lnTo>
                  <a:pt x="6096000" y="6381750"/>
                </a:lnTo>
                <a:lnTo>
                  <a:pt x="2092417" y="6381750"/>
                </a:lnTo>
                <a:cubicBezTo>
                  <a:pt x="936807" y="6381750"/>
                  <a:pt x="0" y="5444943"/>
                  <a:pt x="0" y="4289333"/>
                </a:cubicBezTo>
                <a:close/>
              </a:path>
            </a:pathLst>
          </a:custGeom>
          <a:solidFill>
            <a:srgbClr val="D7D1CC"/>
          </a:solidFill>
        </p:spPr>
      </p:pic>
      <p:sp>
        <p:nvSpPr>
          <p:cNvPr id="2" name="Footer Placeholder 1">
            <a:extLst>
              <a:ext uri="{FF2B5EF4-FFF2-40B4-BE49-F238E27FC236}">
                <a16:creationId xmlns:a16="http://schemas.microsoft.com/office/drawing/2014/main" id="{AAFC3DD0-9FD6-2387-D274-0F0405BA1E7E}"/>
              </a:ext>
            </a:extLst>
          </p:cNvPr>
          <p:cNvSpPr>
            <a:spLocks noGrp="1"/>
          </p:cNvSpPr>
          <p:nvPr>
            <p:ph type="ftr" sz="quarter" idx="33"/>
          </p:nvPr>
        </p:nvSpPr>
        <p:spPr/>
        <p:txBody>
          <a:bodyPr/>
          <a:lstStyle/>
          <a:p>
            <a:endParaRPr lang="en-AU" dirty="0"/>
          </a:p>
        </p:txBody>
      </p:sp>
      <p:sp>
        <p:nvSpPr>
          <p:cNvPr id="3" name="Slide Number Placeholder 2">
            <a:extLst>
              <a:ext uri="{FF2B5EF4-FFF2-40B4-BE49-F238E27FC236}">
                <a16:creationId xmlns:a16="http://schemas.microsoft.com/office/drawing/2014/main" id="{0C3DB081-1240-5965-8177-64445728B115}"/>
              </a:ext>
            </a:extLst>
          </p:cNvPr>
          <p:cNvSpPr>
            <a:spLocks noGrp="1"/>
          </p:cNvSpPr>
          <p:nvPr>
            <p:ph type="sldNum" sz="quarter" idx="24"/>
          </p:nvPr>
        </p:nvSpPr>
        <p:spPr/>
        <p:txBody>
          <a:bodyPr/>
          <a:lstStyle/>
          <a:p>
            <a:fld id="{E917DE0E-AFB1-41FD-BC35-27DB61CA125F}" type="slidenum">
              <a:rPr lang="en-AU" smtClean="0"/>
              <a:pPr/>
              <a:t>8</a:t>
            </a:fld>
            <a:endParaRPr lang="en-AU" dirty="0"/>
          </a:p>
        </p:txBody>
      </p:sp>
      <p:sp>
        <p:nvSpPr>
          <p:cNvPr id="4" name="Content Placeholder 3">
            <a:extLst>
              <a:ext uri="{FF2B5EF4-FFF2-40B4-BE49-F238E27FC236}">
                <a16:creationId xmlns:a16="http://schemas.microsoft.com/office/drawing/2014/main" id="{325662C8-A22E-E3B3-FFCC-726FC90158C9}"/>
              </a:ext>
            </a:extLst>
          </p:cNvPr>
          <p:cNvSpPr>
            <a:spLocks noGrp="1"/>
          </p:cNvSpPr>
          <p:nvPr>
            <p:ph sz="quarter" idx="10"/>
          </p:nvPr>
        </p:nvSpPr>
        <p:spPr/>
        <p:txBody>
          <a:bodyPr/>
          <a:lstStyle/>
          <a:p>
            <a:pPr marL="285750" indent="-285750">
              <a:buFont typeface="Arial" panose="020B0604020202020204" pitchFamily="34" charset="0"/>
              <a:buChar char="•"/>
            </a:pPr>
            <a:r>
              <a:rPr lang="en-US" sz="1800" b="0" dirty="0">
                <a:solidFill>
                  <a:schemeClr val="tx1"/>
                </a:solidFill>
              </a:rPr>
              <a:t>Poor communication </a:t>
            </a:r>
          </a:p>
          <a:p>
            <a:pPr marL="285750" indent="-285750">
              <a:buFont typeface="Arial" panose="020B0604020202020204" pitchFamily="34" charset="0"/>
              <a:buChar char="•"/>
            </a:pPr>
            <a:r>
              <a:rPr lang="en-US" sz="1800" b="0" dirty="0">
                <a:solidFill>
                  <a:schemeClr val="tx1"/>
                </a:solidFill>
              </a:rPr>
              <a:t>Personal issues </a:t>
            </a:r>
          </a:p>
          <a:p>
            <a:pPr marL="285750" indent="-285750">
              <a:buFont typeface="Arial" panose="020B0604020202020204" pitchFamily="34" charset="0"/>
              <a:buChar char="•"/>
            </a:pPr>
            <a:r>
              <a:rPr lang="en-US" sz="1800" b="0" dirty="0">
                <a:solidFill>
                  <a:schemeClr val="tx1"/>
                </a:solidFill>
              </a:rPr>
              <a:t>Unequal contribution </a:t>
            </a:r>
          </a:p>
          <a:p>
            <a:pPr marL="285750" indent="-285750">
              <a:buFont typeface="Arial" panose="020B0604020202020204" pitchFamily="34" charset="0"/>
              <a:buChar char="•"/>
            </a:pPr>
            <a:r>
              <a:rPr lang="en-US" sz="1800" b="0" dirty="0">
                <a:solidFill>
                  <a:schemeClr val="tx1"/>
                </a:solidFill>
              </a:rPr>
              <a:t>Lacking focus</a:t>
            </a:r>
          </a:p>
          <a:p>
            <a:pPr marL="285750" indent="-285750">
              <a:buFont typeface="Arial" panose="020B0604020202020204" pitchFamily="34" charset="0"/>
              <a:buChar char="•"/>
            </a:pPr>
            <a:r>
              <a:rPr lang="en-US" sz="1800" b="0" dirty="0">
                <a:solidFill>
                  <a:schemeClr val="tx1"/>
                </a:solidFill>
              </a:rPr>
              <a:t>Missing deadlines</a:t>
            </a:r>
          </a:p>
        </p:txBody>
      </p:sp>
      <p:sp>
        <p:nvSpPr>
          <p:cNvPr id="5" name="Title 4">
            <a:extLst>
              <a:ext uri="{FF2B5EF4-FFF2-40B4-BE49-F238E27FC236}">
                <a16:creationId xmlns:a16="http://schemas.microsoft.com/office/drawing/2014/main" id="{54A0F234-A529-1F72-06FB-6F7877FEDA3D}"/>
              </a:ext>
            </a:extLst>
          </p:cNvPr>
          <p:cNvSpPr>
            <a:spLocks noGrp="1"/>
          </p:cNvSpPr>
          <p:nvPr>
            <p:ph type="title"/>
          </p:nvPr>
        </p:nvSpPr>
        <p:spPr/>
        <p:txBody>
          <a:bodyPr/>
          <a:lstStyle/>
          <a:p>
            <a:r>
              <a:rPr lang="en-US" dirty="0"/>
              <a:t>Working in a team</a:t>
            </a:r>
          </a:p>
        </p:txBody>
      </p:sp>
      <p:sp>
        <p:nvSpPr>
          <p:cNvPr id="6" name="Text Placeholder 5">
            <a:extLst>
              <a:ext uri="{FF2B5EF4-FFF2-40B4-BE49-F238E27FC236}">
                <a16:creationId xmlns:a16="http://schemas.microsoft.com/office/drawing/2014/main" id="{263FD6B9-5184-8A27-3C74-1E26DF51BBE6}"/>
              </a:ext>
            </a:extLst>
          </p:cNvPr>
          <p:cNvSpPr>
            <a:spLocks noGrp="1"/>
          </p:cNvSpPr>
          <p:nvPr>
            <p:ph type="body" sz="quarter" idx="31"/>
          </p:nvPr>
        </p:nvSpPr>
        <p:spPr/>
        <p:txBody>
          <a:bodyPr/>
          <a:lstStyle/>
          <a:p>
            <a:r>
              <a:rPr lang="en-US" dirty="0"/>
              <a:t>Common issues</a:t>
            </a:r>
          </a:p>
        </p:txBody>
      </p:sp>
    </p:spTree>
    <p:extLst>
      <p:ext uri="{BB962C8B-B14F-4D97-AF65-F5344CB8AC3E}">
        <p14:creationId xmlns:p14="http://schemas.microsoft.com/office/powerpoint/2010/main" val="135321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FD2CB01-D823-54AC-EEEA-A1EA6AD7669B}"/>
              </a:ext>
            </a:extLst>
          </p:cNvPr>
          <p:cNvSpPr>
            <a:spLocks noGrp="1"/>
          </p:cNvSpPr>
          <p:nvPr>
            <p:ph type="ftr" sz="quarter" idx="17"/>
          </p:nvPr>
        </p:nvSpPr>
        <p:spPr/>
        <p:txBody>
          <a:bodyPr/>
          <a:lstStyle/>
          <a:p>
            <a:endParaRPr lang="en-AU" dirty="0"/>
          </a:p>
        </p:txBody>
      </p:sp>
      <p:sp>
        <p:nvSpPr>
          <p:cNvPr id="3" name="Slide Number Placeholder 2">
            <a:extLst>
              <a:ext uri="{FF2B5EF4-FFF2-40B4-BE49-F238E27FC236}">
                <a16:creationId xmlns:a16="http://schemas.microsoft.com/office/drawing/2014/main" id="{9EE3B5C9-6138-B415-39DA-419CAFC8204E}"/>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4" name="Title 3">
            <a:extLst>
              <a:ext uri="{FF2B5EF4-FFF2-40B4-BE49-F238E27FC236}">
                <a16:creationId xmlns:a16="http://schemas.microsoft.com/office/drawing/2014/main" id="{14E5B8E3-C954-2CDA-C838-D024BF169651}"/>
              </a:ext>
            </a:extLst>
          </p:cNvPr>
          <p:cNvSpPr>
            <a:spLocks noGrp="1"/>
          </p:cNvSpPr>
          <p:nvPr>
            <p:ph type="title"/>
          </p:nvPr>
        </p:nvSpPr>
        <p:spPr/>
        <p:txBody>
          <a:bodyPr/>
          <a:lstStyle/>
          <a:p>
            <a:r>
              <a:rPr lang="en-US" dirty="0"/>
              <a:t>Conflict Resolution</a:t>
            </a:r>
          </a:p>
        </p:txBody>
      </p:sp>
      <p:sp>
        <p:nvSpPr>
          <p:cNvPr id="5" name="Oval 4">
            <a:extLst>
              <a:ext uri="{FF2B5EF4-FFF2-40B4-BE49-F238E27FC236}">
                <a16:creationId xmlns:a16="http://schemas.microsoft.com/office/drawing/2014/main" id="{C58B0567-6C34-D4EA-9394-808FF4D5DF6D}"/>
              </a:ext>
            </a:extLst>
          </p:cNvPr>
          <p:cNvSpPr/>
          <p:nvPr/>
        </p:nvSpPr>
        <p:spPr>
          <a:xfrm>
            <a:off x="1487488" y="1794239"/>
            <a:ext cx="1296144" cy="129614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t>1</a:t>
            </a:r>
          </a:p>
        </p:txBody>
      </p:sp>
      <p:sp>
        <p:nvSpPr>
          <p:cNvPr id="7" name="Oval 6">
            <a:extLst>
              <a:ext uri="{FF2B5EF4-FFF2-40B4-BE49-F238E27FC236}">
                <a16:creationId xmlns:a16="http://schemas.microsoft.com/office/drawing/2014/main" id="{A69C7C9E-A44F-76FE-0571-278076A5D960}"/>
              </a:ext>
            </a:extLst>
          </p:cNvPr>
          <p:cNvSpPr/>
          <p:nvPr/>
        </p:nvSpPr>
        <p:spPr>
          <a:xfrm>
            <a:off x="5447928" y="1772816"/>
            <a:ext cx="1296144" cy="1296144"/>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t>2</a:t>
            </a:r>
          </a:p>
        </p:txBody>
      </p:sp>
      <p:sp>
        <p:nvSpPr>
          <p:cNvPr id="8" name="Oval 7">
            <a:extLst>
              <a:ext uri="{FF2B5EF4-FFF2-40B4-BE49-F238E27FC236}">
                <a16:creationId xmlns:a16="http://schemas.microsoft.com/office/drawing/2014/main" id="{E6EC0700-2FC0-9235-2856-5CAB529CD4B6}"/>
              </a:ext>
            </a:extLst>
          </p:cNvPr>
          <p:cNvSpPr/>
          <p:nvPr/>
        </p:nvSpPr>
        <p:spPr>
          <a:xfrm>
            <a:off x="9408368" y="1794239"/>
            <a:ext cx="1296144" cy="129614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t>3</a:t>
            </a:r>
          </a:p>
        </p:txBody>
      </p:sp>
      <p:cxnSp>
        <p:nvCxnSpPr>
          <p:cNvPr id="10" name="Straight Connector 9">
            <a:extLst>
              <a:ext uri="{FF2B5EF4-FFF2-40B4-BE49-F238E27FC236}">
                <a16:creationId xmlns:a16="http://schemas.microsoft.com/office/drawing/2014/main" id="{BA9E4C46-D5A0-3683-C2C4-C362D01F31CE}"/>
              </a:ext>
            </a:extLst>
          </p:cNvPr>
          <p:cNvCxnSpPr>
            <a:cxnSpLocks/>
          </p:cNvCxnSpPr>
          <p:nvPr/>
        </p:nvCxnSpPr>
        <p:spPr>
          <a:xfrm>
            <a:off x="2135560" y="3140968"/>
            <a:ext cx="0" cy="576064"/>
          </a:xfrm>
          <a:prstGeom prst="line">
            <a:avLst/>
          </a:prstGeom>
          <a:ln w="28575">
            <a:solidFill>
              <a:srgbClr val="2EA836">
                <a:alpha val="50196"/>
              </a:srgb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A5222D9-C4FE-DA10-4BC8-A0CF4B639CD2}"/>
              </a:ext>
            </a:extLst>
          </p:cNvPr>
          <p:cNvSpPr txBox="1"/>
          <p:nvPr/>
        </p:nvSpPr>
        <p:spPr>
          <a:xfrm>
            <a:off x="479424" y="3717032"/>
            <a:ext cx="3492908" cy="510778"/>
          </a:xfrm>
          <a:prstGeom prst="roundRect">
            <a:avLst/>
          </a:prstGeom>
          <a:solidFill>
            <a:srgbClr val="2EA836">
              <a:alpha val="50196"/>
            </a:srgbClr>
          </a:solidFill>
        </p:spPr>
        <p:txBody>
          <a:bodyPr wrap="square" rtlCol="0">
            <a:spAutoFit/>
          </a:bodyPr>
          <a:lstStyle/>
          <a:p>
            <a:pPr algn="ctr"/>
            <a:r>
              <a:rPr lang="en-US" sz="2400" b="1" dirty="0"/>
              <a:t>Team-led Resolution</a:t>
            </a:r>
          </a:p>
        </p:txBody>
      </p:sp>
      <p:sp>
        <p:nvSpPr>
          <p:cNvPr id="13" name="TextBox 12">
            <a:extLst>
              <a:ext uri="{FF2B5EF4-FFF2-40B4-BE49-F238E27FC236}">
                <a16:creationId xmlns:a16="http://schemas.microsoft.com/office/drawing/2014/main" id="{3B800E2F-16F3-DA4D-7D82-7444826829B7}"/>
              </a:ext>
            </a:extLst>
          </p:cNvPr>
          <p:cNvSpPr txBox="1"/>
          <p:nvPr/>
        </p:nvSpPr>
        <p:spPr>
          <a:xfrm>
            <a:off x="479424" y="4266391"/>
            <a:ext cx="3492908" cy="1975009"/>
          </a:xfrm>
          <a:prstGeom prst="roundRect">
            <a:avLst/>
          </a:prstGeom>
          <a:ln>
            <a:solidFill>
              <a:srgbClr val="00B050"/>
            </a:solidFill>
          </a:ln>
        </p:spPr>
        <p:style>
          <a:lnRef idx="2">
            <a:schemeClr val="accent3"/>
          </a:lnRef>
          <a:fillRef idx="1">
            <a:schemeClr val="lt1"/>
          </a:fillRef>
          <a:effectRef idx="0">
            <a:schemeClr val="accent3"/>
          </a:effectRef>
          <a:fontRef idx="minor">
            <a:schemeClr val="dk1"/>
          </a:fontRef>
        </p:style>
        <p:txBody>
          <a:bodyPr wrap="square" rtlCol="0">
            <a:noAutofit/>
          </a:bodyPr>
          <a:lstStyle/>
          <a:p>
            <a:pPr marL="285750" indent="-285750">
              <a:spcBef>
                <a:spcPts val="600"/>
              </a:spcBef>
              <a:buFont typeface="Arial" panose="020B0604020202020204" pitchFamily="34" charset="0"/>
              <a:buChar char="•"/>
            </a:pPr>
            <a:r>
              <a:rPr lang="en-US" dirty="0"/>
              <a:t>Return to the team charter</a:t>
            </a:r>
          </a:p>
          <a:p>
            <a:pPr marL="285750" indent="-285750">
              <a:spcBef>
                <a:spcPts val="600"/>
              </a:spcBef>
              <a:buFont typeface="Arial" panose="020B0604020202020204" pitchFamily="34" charset="0"/>
              <a:buChar char="•"/>
            </a:pPr>
            <a:r>
              <a:rPr lang="en-US" dirty="0"/>
              <a:t>Identify the problem </a:t>
            </a:r>
          </a:p>
          <a:p>
            <a:pPr marL="285750" indent="-285750">
              <a:spcBef>
                <a:spcPts val="600"/>
              </a:spcBef>
              <a:buFont typeface="Arial" panose="020B0604020202020204" pitchFamily="34" charset="0"/>
              <a:buChar char="•"/>
            </a:pPr>
            <a:r>
              <a:rPr lang="en-US" dirty="0"/>
              <a:t>Agree on next steps </a:t>
            </a:r>
          </a:p>
          <a:p>
            <a:pPr marL="285750" indent="-285750">
              <a:spcBef>
                <a:spcPts val="600"/>
              </a:spcBef>
              <a:buFont typeface="Arial" panose="020B0604020202020204" pitchFamily="34" charset="0"/>
              <a:buChar char="•"/>
            </a:pPr>
            <a:r>
              <a:rPr lang="en-US" dirty="0"/>
              <a:t>Record any decisions</a:t>
            </a:r>
          </a:p>
        </p:txBody>
      </p:sp>
      <p:cxnSp>
        <p:nvCxnSpPr>
          <p:cNvPr id="16" name="Straight Connector 15">
            <a:extLst>
              <a:ext uri="{FF2B5EF4-FFF2-40B4-BE49-F238E27FC236}">
                <a16:creationId xmlns:a16="http://schemas.microsoft.com/office/drawing/2014/main" id="{C67A3F14-8B04-81D2-F788-E53BECED93F1}"/>
              </a:ext>
            </a:extLst>
          </p:cNvPr>
          <p:cNvCxnSpPr>
            <a:cxnSpLocks/>
          </p:cNvCxnSpPr>
          <p:nvPr/>
        </p:nvCxnSpPr>
        <p:spPr>
          <a:xfrm>
            <a:off x="6095952" y="3140968"/>
            <a:ext cx="0" cy="576064"/>
          </a:xfrm>
          <a:prstGeom prst="line">
            <a:avLst/>
          </a:prstGeom>
          <a:ln w="28575">
            <a:solidFill>
              <a:srgbClr val="4085C6">
                <a:alpha val="50196"/>
              </a:srgb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94003C3-8C5F-68C8-0E88-542BCAE2968A}"/>
              </a:ext>
            </a:extLst>
          </p:cNvPr>
          <p:cNvSpPr txBox="1"/>
          <p:nvPr/>
        </p:nvSpPr>
        <p:spPr>
          <a:xfrm>
            <a:off x="4439816" y="3717032"/>
            <a:ext cx="3492908" cy="510778"/>
          </a:xfrm>
          <a:prstGeom prst="roundRect">
            <a:avLst/>
          </a:prstGeom>
          <a:solidFill>
            <a:srgbClr val="4085C6">
              <a:alpha val="50196"/>
            </a:srgbClr>
          </a:solidFill>
        </p:spPr>
        <p:txBody>
          <a:bodyPr wrap="square" rtlCol="0">
            <a:spAutoFit/>
          </a:bodyPr>
          <a:lstStyle/>
          <a:p>
            <a:pPr algn="ctr"/>
            <a:r>
              <a:rPr lang="en-US" sz="2400" b="1" dirty="0"/>
              <a:t>Coordinator Support</a:t>
            </a:r>
          </a:p>
        </p:txBody>
      </p:sp>
      <p:sp>
        <p:nvSpPr>
          <p:cNvPr id="18" name="TextBox 17">
            <a:extLst>
              <a:ext uri="{FF2B5EF4-FFF2-40B4-BE49-F238E27FC236}">
                <a16:creationId xmlns:a16="http://schemas.microsoft.com/office/drawing/2014/main" id="{1C6ADD0A-3A55-1068-470D-E4990CC51284}"/>
              </a:ext>
            </a:extLst>
          </p:cNvPr>
          <p:cNvSpPr txBox="1"/>
          <p:nvPr/>
        </p:nvSpPr>
        <p:spPr>
          <a:xfrm>
            <a:off x="4439816" y="4266391"/>
            <a:ext cx="3492908" cy="1975009"/>
          </a:xfrm>
          <a:prstGeom prst="roundRect">
            <a:avLst/>
          </a:prstGeom>
          <a:ln>
            <a:solidFill>
              <a:srgbClr val="4085C6"/>
            </a:solidFill>
          </a:ln>
        </p:spPr>
        <p:style>
          <a:lnRef idx="2">
            <a:schemeClr val="accent3"/>
          </a:lnRef>
          <a:fillRef idx="1">
            <a:schemeClr val="lt1"/>
          </a:fillRef>
          <a:effectRef idx="0">
            <a:schemeClr val="accent3"/>
          </a:effectRef>
          <a:fontRef idx="minor">
            <a:schemeClr val="dk1"/>
          </a:fontRef>
        </p:style>
        <p:txBody>
          <a:bodyPr wrap="square" rtlCol="0">
            <a:noAutofit/>
          </a:bodyPr>
          <a:lstStyle/>
          <a:p>
            <a:pPr marL="285750" indent="-285750">
              <a:spcBef>
                <a:spcPts val="600"/>
              </a:spcBef>
              <a:buFont typeface="Arial" panose="020B0604020202020204" pitchFamily="34" charset="0"/>
              <a:buChar char="•"/>
            </a:pPr>
            <a:r>
              <a:rPr lang="en-US" dirty="0"/>
              <a:t>Reach out to your course coordinator, include:</a:t>
            </a:r>
          </a:p>
          <a:p>
            <a:pPr>
              <a:spcBef>
                <a:spcPts val="600"/>
              </a:spcBef>
            </a:pPr>
            <a:r>
              <a:rPr lang="en-US" sz="1600" dirty="0"/>
              <a:t>Nature of the concern, steps taken to resolve it, relevant provisions, impact of the issue, and supporting materials </a:t>
            </a:r>
          </a:p>
          <a:p>
            <a:pPr marL="285750" indent="-285750">
              <a:spcBef>
                <a:spcPts val="600"/>
              </a:spcBef>
              <a:buFont typeface="Arial" panose="020B0604020202020204" pitchFamily="34" charset="0"/>
              <a:buChar char="•"/>
            </a:pPr>
            <a:endParaRPr lang="en-US" dirty="0"/>
          </a:p>
        </p:txBody>
      </p:sp>
      <p:cxnSp>
        <p:nvCxnSpPr>
          <p:cNvPr id="19" name="Straight Connector 18">
            <a:extLst>
              <a:ext uri="{FF2B5EF4-FFF2-40B4-BE49-F238E27FC236}">
                <a16:creationId xmlns:a16="http://schemas.microsoft.com/office/drawing/2014/main" id="{1633481C-8C50-1FD4-52B4-CA9F6BA7D76A}"/>
              </a:ext>
            </a:extLst>
          </p:cNvPr>
          <p:cNvCxnSpPr>
            <a:cxnSpLocks/>
          </p:cNvCxnSpPr>
          <p:nvPr/>
        </p:nvCxnSpPr>
        <p:spPr>
          <a:xfrm>
            <a:off x="10056343" y="3121918"/>
            <a:ext cx="0" cy="576064"/>
          </a:xfrm>
          <a:prstGeom prst="line">
            <a:avLst/>
          </a:prstGeom>
          <a:ln w="28575">
            <a:solidFill>
              <a:srgbClr val="E62645">
                <a:alpha val="50196"/>
              </a:srgb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22AC0F8-507D-BEF7-B342-60861C1401F8}"/>
              </a:ext>
            </a:extLst>
          </p:cNvPr>
          <p:cNvSpPr txBox="1"/>
          <p:nvPr/>
        </p:nvSpPr>
        <p:spPr>
          <a:xfrm>
            <a:off x="8400207" y="3697982"/>
            <a:ext cx="3492908" cy="510778"/>
          </a:xfrm>
          <a:prstGeom prst="roundRect">
            <a:avLst/>
          </a:prstGeom>
          <a:solidFill>
            <a:srgbClr val="E62645">
              <a:alpha val="50196"/>
            </a:srgbClr>
          </a:solidFill>
        </p:spPr>
        <p:txBody>
          <a:bodyPr wrap="square" rtlCol="0">
            <a:spAutoFit/>
          </a:bodyPr>
          <a:lstStyle/>
          <a:p>
            <a:pPr algn="ctr"/>
            <a:r>
              <a:rPr lang="en-US" sz="2400" b="1" dirty="0"/>
              <a:t>Escalation</a:t>
            </a:r>
          </a:p>
        </p:txBody>
      </p:sp>
      <p:sp>
        <p:nvSpPr>
          <p:cNvPr id="21" name="TextBox 20">
            <a:extLst>
              <a:ext uri="{FF2B5EF4-FFF2-40B4-BE49-F238E27FC236}">
                <a16:creationId xmlns:a16="http://schemas.microsoft.com/office/drawing/2014/main" id="{DCFCC2E0-F1EC-CE3D-D78C-E4FBF866AF1F}"/>
              </a:ext>
            </a:extLst>
          </p:cNvPr>
          <p:cNvSpPr txBox="1"/>
          <p:nvPr/>
        </p:nvSpPr>
        <p:spPr>
          <a:xfrm>
            <a:off x="8400207" y="4247341"/>
            <a:ext cx="3492908" cy="1975009"/>
          </a:xfrm>
          <a:prstGeom prst="roundRect">
            <a:avLst/>
          </a:prstGeom>
          <a:ln>
            <a:solidFill>
              <a:schemeClr val="accent4"/>
            </a:solidFill>
          </a:ln>
        </p:spPr>
        <p:style>
          <a:lnRef idx="2">
            <a:schemeClr val="accent3"/>
          </a:lnRef>
          <a:fillRef idx="1">
            <a:schemeClr val="lt1"/>
          </a:fillRef>
          <a:effectRef idx="0">
            <a:schemeClr val="accent3"/>
          </a:effectRef>
          <a:fontRef idx="minor">
            <a:schemeClr val="dk1"/>
          </a:fontRef>
        </p:style>
        <p:txBody>
          <a:bodyPr wrap="square" rtlCol="0">
            <a:noAutofit/>
          </a:bodyPr>
          <a:lstStyle/>
          <a:p>
            <a:pPr marL="285750" indent="-285750">
              <a:spcBef>
                <a:spcPts val="600"/>
              </a:spcBef>
              <a:buFont typeface="Arial" panose="020B0604020202020204" pitchFamily="34" charset="0"/>
              <a:buChar char="•"/>
            </a:pPr>
            <a:r>
              <a:rPr lang="en-US" dirty="0"/>
              <a:t>If needed, team conflicts will be reviewed on a case-by-case basis.</a:t>
            </a:r>
          </a:p>
          <a:p>
            <a:pPr marL="285750" indent="-285750">
              <a:spcBef>
                <a:spcPts val="600"/>
              </a:spcBef>
              <a:buFont typeface="Arial" panose="020B0604020202020204" pitchFamily="34" charset="0"/>
              <a:buChar char="•"/>
            </a:pPr>
            <a:r>
              <a:rPr lang="en-US" dirty="0"/>
              <a:t>This may result in adjustments to individual marks.</a:t>
            </a:r>
          </a:p>
        </p:txBody>
      </p:sp>
    </p:spTree>
    <p:extLst>
      <p:ext uri="{BB962C8B-B14F-4D97-AF65-F5344CB8AC3E}">
        <p14:creationId xmlns:p14="http://schemas.microsoft.com/office/powerpoint/2010/main" val="70613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259FC1-E807-D992-3429-76CC3A046E2D}"/>
              </a:ext>
            </a:extLst>
          </p:cNvPr>
          <p:cNvSpPr>
            <a:spLocks noGrp="1"/>
          </p:cNvSpPr>
          <p:nvPr>
            <p:ph type="ftr" sz="quarter" idx="20"/>
          </p:nvPr>
        </p:nvSpPr>
        <p:spPr/>
        <p:txBody>
          <a:bodyPr/>
          <a:lstStyle/>
          <a:p>
            <a:r>
              <a:rPr lang="en-AU" dirty="0"/>
              <a:t>Unattributed images sourced from Adobe Stock or </a:t>
            </a:r>
            <a:r>
              <a:rPr lang="en-AU" dirty="0" err="1"/>
              <a:t>flaticon.com</a:t>
            </a:r>
            <a:r>
              <a:rPr lang="en-AU" dirty="0"/>
              <a:t>.</a:t>
            </a:r>
          </a:p>
        </p:txBody>
      </p:sp>
      <p:sp>
        <p:nvSpPr>
          <p:cNvPr id="3" name="Slide Number Placeholder 2">
            <a:extLst>
              <a:ext uri="{FF2B5EF4-FFF2-40B4-BE49-F238E27FC236}">
                <a16:creationId xmlns:a16="http://schemas.microsoft.com/office/drawing/2014/main" id="{B4D15CE1-7497-C0B0-95AC-A96457520AAC}"/>
              </a:ext>
            </a:extLst>
          </p:cNvPr>
          <p:cNvSpPr>
            <a:spLocks noGrp="1"/>
          </p:cNvSpPr>
          <p:nvPr>
            <p:ph type="sldNum" sz="quarter" idx="21"/>
          </p:nvPr>
        </p:nvSpPr>
        <p:spPr/>
        <p:txBody>
          <a:bodyPr/>
          <a:lstStyle/>
          <a:p>
            <a:fld id="{E917DE0E-AFB1-41FD-BC35-27DB61CA125F}" type="slidenum">
              <a:rPr lang="en-AU" smtClean="0"/>
              <a:pPr/>
              <a:t>10</a:t>
            </a:fld>
            <a:endParaRPr lang="en-AU"/>
          </a:p>
        </p:txBody>
      </p:sp>
      <p:sp>
        <p:nvSpPr>
          <p:cNvPr id="4" name="Content Placeholder 3">
            <a:extLst>
              <a:ext uri="{FF2B5EF4-FFF2-40B4-BE49-F238E27FC236}">
                <a16:creationId xmlns:a16="http://schemas.microsoft.com/office/drawing/2014/main" id="{559DE60F-7036-2297-3780-2C0F514C0B85}"/>
              </a:ext>
            </a:extLst>
          </p:cNvPr>
          <p:cNvSpPr>
            <a:spLocks noGrp="1"/>
          </p:cNvSpPr>
          <p:nvPr>
            <p:ph sz="quarter" idx="10"/>
          </p:nvPr>
        </p:nvSpPr>
        <p:spPr/>
        <p:txBody>
          <a:bodyPr/>
          <a:lstStyle/>
          <a:p>
            <a:pPr marL="285750" indent="-285750">
              <a:spcAft>
                <a:spcPts val="600"/>
              </a:spcAft>
              <a:buClr>
                <a:schemeClr val="bg1"/>
              </a:buClr>
              <a:buFont typeface="Arial" panose="020B0604020202020204" pitchFamily="34" charset="0"/>
              <a:buChar char="•"/>
            </a:pPr>
            <a:r>
              <a:rPr lang="en-US" sz="1200" b="0" dirty="0"/>
              <a:t>Monash University. (n.d.). </a:t>
            </a:r>
            <a:r>
              <a:rPr lang="en-US" sz="1200" b="0" i="1" dirty="0"/>
              <a:t>Establish how you will work together</a:t>
            </a:r>
            <a:r>
              <a:rPr lang="en-US" sz="1200" b="0" dirty="0"/>
              <a:t>. https://</a:t>
            </a:r>
            <a:r>
              <a:rPr lang="en-US" sz="1200" b="0" dirty="0" err="1"/>
              <a:t>www.monash.edu</a:t>
            </a:r>
            <a:r>
              <a:rPr lang="en-US" sz="1200" b="0" dirty="0"/>
              <a:t>/student-academic-success/collaborate-with-others/set-up-an-effective-team/establish-how-you-will-work-together</a:t>
            </a:r>
          </a:p>
          <a:p>
            <a:pPr marL="285750" indent="-285750">
              <a:spcAft>
                <a:spcPts val="600"/>
              </a:spcAft>
              <a:buClr>
                <a:schemeClr val="bg1"/>
              </a:buClr>
              <a:buFont typeface="Arial" panose="020B0604020202020204" pitchFamily="34" charset="0"/>
              <a:buChar char="•"/>
            </a:pPr>
            <a:r>
              <a:rPr lang="en-US" sz="1200" b="0" dirty="0"/>
              <a:t>The University of Sydney. (n.d.). </a:t>
            </a:r>
            <a:r>
              <a:rPr lang="en-US" sz="1200" b="0" i="1" dirty="0"/>
              <a:t>Employability skills</a:t>
            </a:r>
            <a:r>
              <a:rPr lang="en-US" sz="1200" b="0" dirty="0"/>
              <a:t>. https://</a:t>
            </a:r>
            <a:r>
              <a:rPr lang="en-US" sz="1200" b="0" dirty="0" err="1"/>
              <a:t>www.sydney.edu.au</a:t>
            </a:r>
            <a:r>
              <a:rPr lang="en-US" sz="1200" b="0" dirty="0"/>
              <a:t>/careers/students/career-advice-and-development/employability-skills.html#accordion-3f46fdf6ef-item-4b59cd290d</a:t>
            </a:r>
          </a:p>
          <a:p>
            <a:pPr marL="285750" indent="-285750">
              <a:spcAft>
                <a:spcPts val="600"/>
              </a:spcAft>
              <a:buClr>
                <a:schemeClr val="bg1"/>
              </a:buClr>
              <a:buFont typeface="Arial" panose="020B0604020202020204" pitchFamily="34" charset="0"/>
              <a:buChar char="•"/>
            </a:pPr>
            <a:r>
              <a:rPr lang="en-US" sz="1200" b="0" dirty="0"/>
              <a:t>The University of Queensland. (n.d.). </a:t>
            </a:r>
            <a:r>
              <a:rPr lang="en-US" sz="1200" b="0" i="1" dirty="0"/>
              <a:t>Resolving group work issues</a:t>
            </a:r>
            <a:r>
              <a:rPr lang="en-US" sz="1200" b="0" dirty="0"/>
              <a:t>. https://</a:t>
            </a:r>
            <a:r>
              <a:rPr lang="en-US" sz="1200" b="0" dirty="0" err="1"/>
              <a:t>my.uq.edu.au</a:t>
            </a:r>
            <a:r>
              <a:rPr lang="en-US" sz="1200" b="0" dirty="0"/>
              <a:t>/information-and-services/student-support/study-skills/group-work/resolving-group-work-issues</a:t>
            </a:r>
          </a:p>
          <a:p>
            <a:pPr marL="285750" indent="-285750">
              <a:spcAft>
                <a:spcPts val="600"/>
              </a:spcAft>
              <a:buClr>
                <a:schemeClr val="bg1"/>
              </a:buClr>
              <a:buFont typeface="Arial" panose="020B0604020202020204" pitchFamily="34" charset="0"/>
              <a:buChar char="•"/>
            </a:pPr>
            <a:r>
              <a:rPr lang="en-US" sz="1200" b="0" dirty="0"/>
              <a:t>The University of Queensland. (n.d.). </a:t>
            </a:r>
            <a:r>
              <a:rPr lang="en-US" sz="1200" b="0" i="1" dirty="0"/>
              <a:t>Working as a group</a:t>
            </a:r>
            <a:r>
              <a:rPr lang="en-US" sz="1200" b="0" dirty="0"/>
              <a:t>. https://</a:t>
            </a:r>
            <a:r>
              <a:rPr lang="en-US" sz="1200" b="0" dirty="0" err="1"/>
              <a:t>my.uq.edu.au</a:t>
            </a:r>
            <a:r>
              <a:rPr lang="en-US" sz="1200" b="0" dirty="0"/>
              <a:t>/information-and-services/student-support/study-skills/group-work/working-group</a:t>
            </a:r>
          </a:p>
          <a:p>
            <a:pPr marL="285750" indent="-285750">
              <a:spcAft>
                <a:spcPts val="600"/>
              </a:spcAft>
              <a:buClr>
                <a:schemeClr val="bg1"/>
              </a:buClr>
              <a:buFont typeface="Arial" panose="020B0604020202020204" pitchFamily="34" charset="0"/>
              <a:buChar char="•"/>
            </a:pPr>
            <a:r>
              <a:rPr lang="en-US" sz="1200" b="0" dirty="0"/>
              <a:t>Tuckman, B. W. (1965). Developmental sequence in small groups. </a:t>
            </a:r>
            <a:r>
              <a:rPr lang="en-US" sz="1200" b="0" i="1" dirty="0"/>
              <a:t>Psychological Bulletin</a:t>
            </a:r>
            <a:r>
              <a:rPr lang="en-US" sz="1200" b="0" dirty="0"/>
              <a:t>, 63(6), 384–399. https://</a:t>
            </a:r>
            <a:r>
              <a:rPr lang="en-US" sz="1200" b="0" dirty="0" err="1"/>
              <a:t>doi.org</a:t>
            </a:r>
            <a:r>
              <a:rPr lang="en-US" sz="1200" b="0" dirty="0"/>
              <a:t>/10.1037/h0022100</a:t>
            </a:r>
          </a:p>
          <a:p>
            <a:pPr marL="285750" indent="-285750">
              <a:spcAft>
                <a:spcPts val="600"/>
              </a:spcAft>
              <a:buClr>
                <a:schemeClr val="bg1"/>
              </a:buClr>
              <a:buFont typeface="Arial" panose="020B0604020202020204" pitchFamily="34" charset="0"/>
              <a:buChar char="•"/>
            </a:pPr>
            <a:r>
              <a:rPr lang="en-US" sz="1200" b="0" dirty="0"/>
              <a:t>Tushar, H., &amp; </a:t>
            </a:r>
            <a:r>
              <a:rPr lang="en-US" sz="1200" b="0" dirty="0" err="1"/>
              <a:t>Sooraksa</a:t>
            </a:r>
            <a:r>
              <a:rPr lang="en-US" sz="1200" b="0" dirty="0"/>
              <a:t>, N. (2023). Global employability skills in the 21st century workplace: A semi-systematic literature review. </a:t>
            </a:r>
            <a:r>
              <a:rPr lang="en-US" sz="1200" b="0" i="1" dirty="0" err="1"/>
              <a:t>Heliyon</a:t>
            </a:r>
            <a:r>
              <a:rPr lang="en-US" sz="1200" b="0" dirty="0"/>
              <a:t>, 9(11), Article e21023. https://</a:t>
            </a:r>
            <a:r>
              <a:rPr lang="en-US" sz="1200" b="0" dirty="0" err="1"/>
              <a:t>doi.org</a:t>
            </a:r>
            <a:r>
              <a:rPr lang="en-US" sz="1200" b="0" dirty="0"/>
              <a:t>/10.1016/j.heliyon.2023.e21023</a:t>
            </a:r>
          </a:p>
          <a:p>
            <a:pPr marL="285750" indent="-285750">
              <a:spcAft>
                <a:spcPts val="600"/>
              </a:spcAft>
              <a:buClr>
                <a:schemeClr val="bg1"/>
              </a:buClr>
              <a:buFont typeface="Arial" panose="020B0604020202020204" pitchFamily="34" charset="0"/>
              <a:buChar char="•"/>
            </a:pPr>
            <a:endParaRPr lang="en-US" sz="1200" b="0" dirty="0"/>
          </a:p>
        </p:txBody>
      </p:sp>
      <p:sp>
        <p:nvSpPr>
          <p:cNvPr id="5" name="Title 4">
            <a:extLst>
              <a:ext uri="{FF2B5EF4-FFF2-40B4-BE49-F238E27FC236}">
                <a16:creationId xmlns:a16="http://schemas.microsoft.com/office/drawing/2014/main" id="{D43215B0-B349-E68F-D894-84FD8DA7FCBE}"/>
              </a:ext>
            </a:extLst>
          </p:cNvPr>
          <p:cNvSpPr>
            <a:spLocks noGrp="1"/>
          </p:cNvSpPr>
          <p:nvPr>
            <p:ph type="title"/>
          </p:nvPr>
        </p:nvSpPr>
        <p:spPr/>
        <p:txBody>
          <a:bodyPr/>
          <a:lstStyle/>
          <a:p>
            <a:r>
              <a:rPr lang="en-US" dirty="0"/>
              <a:t>Sources</a:t>
            </a:r>
          </a:p>
        </p:txBody>
      </p:sp>
      <p:sp>
        <p:nvSpPr>
          <p:cNvPr id="6" name="Text Placeholder 5">
            <a:extLst>
              <a:ext uri="{FF2B5EF4-FFF2-40B4-BE49-F238E27FC236}">
                <a16:creationId xmlns:a16="http://schemas.microsoft.com/office/drawing/2014/main" id="{7E2092B2-9590-BC24-EF09-AE333AEE42CC}"/>
              </a:ext>
            </a:extLst>
          </p:cNvPr>
          <p:cNvSpPr>
            <a:spLocks noGrp="1"/>
          </p:cNvSpPr>
          <p:nvPr>
            <p:ph type="body" sz="quarter" idx="31"/>
          </p:nvPr>
        </p:nvSpPr>
        <p:spPr/>
        <p:txBody>
          <a:bodyPr/>
          <a:lstStyle/>
          <a:p>
            <a:r>
              <a:rPr lang="en-US" dirty="0"/>
              <a:t>The following materials were used to inform the development of this resource.</a:t>
            </a:r>
          </a:p>
        </p:txBody>
      </p:sp>
      <p:pic>
        <p:nvPicPr>
          <p:cNvPr id="9" name="Picture Placeholder 8">
            <a:extLst>
              <a:ext uri="{FF2B5EF4-FFF2-40B4-BE49-F238E27FC236}">
                <a16:creationId xmlns:a16="http://schemas.microsoft.com/office/drawing/2014/main" id="{72AADBF9-FA22-F321-6BBE-F5EC17C314F7}"/>
              </a:ext>
            </a:extLst>
          </p:cNvPr>
          <p:cNvPicPr>
            <a:picLocks noGrp="1" noChangeAspect="1"/>
          </p:cNvPicPr>
          <p:nvPr>
            <p:ph type="pic" sz="quarter" idx="34"/>
          </p:nvPr>
        </p:nvPicPr>
        <p:blipFill>
          <a:blip r:embed="rId3"/>
          <a:srcRect l="57832" r="17432"/>
          <a:stretch>
            <a:fillRect/>
          </a:stretch>
        </p:blipFill>
        <p:spPr>
          <a:xfrm>
            <a:off x="7967662" y="0"/>
            <a:ext cx="4224338" cy="6381750"/>
          </a:xfrm>
          <a:custGeom>
            <a:avLst/>
            <a:gdLst>
              <a:gd name="csX0" fmla="*/ 0 w 4224338"/>
              <a:gd name="csY0" fmla="*/ 0 h 6381750"/>
              <a:gd name="csX1" fmla="*/ 4224338 w 4224338"/>
              <a:gd name="csY1" fmla="*/ 0 h 6381750"/>
              <a:gd name="csX2" fmla="*/ 4224338 w 4224338"/>
              <a:gd name="csY2" fmla="*/ 6381750 h 6381750"/>
              <a:gd name="csX3" fmla="*/ 1475312 w 4224338"/>
              <a:gd name="csY3" fmla="*/ 6381750 h 6381750"/>
              <a:gd name="csX4" fmla="*/ 0 w 4224338"/>
              <a:gd name="csY4" fmla="*/ 4906438 h 6381750"/>
            </a:gdLst>
            <a:ahLst/>
            <a:cxnLst>
              <a:cxn ang="0">
                <a:pos x="csX0" y="csY0"/>
              </a:cxn>
              <a:cxn ang="0">
                <a:pos x="csX1" y="csY1"/>
              </a:cxn>
              <a:cxn ang="0">
                <a:pos x="csX2" y="csY2"/>
              </a:cxn>
              <a:cxn ang="0">
                <a:pos x="csX3" y="csY3"/>
              </a:cxn>
              <a:cxn ang="0">
                <a:pos x="csX4" y="csY4"/>
              </a:cxn>
            </a:cxnLst>
            <a:rect l="l" t="t" r="r" b="b"/>
            <a:pathLst>
              <a:path w="4224338" h="6381750">
                <a:moveTo>
                  <a:pt x="0" y="0"/>
                </a:moveTo>
                <a:lnTo>
                  <a:pt x="4224338" y="0"/>
                </a:lnTo>
                <a:lnTo>
                  <a:pt x="4224338" y="6381750"/>
                </a:lnTo>
                <a:lnTo>
                  <a:pt x="1475312" y="6381750"/>
                </a:lnTo>
                <a:cubicBezTo>
                  <a:pt x="660520" y="6381750"/>
                  <a:pt x="0" y="5721230"/>
                  <a:pt x="0" y="4906438"/>
                </a:cubicBezTo>
                <a:close/>
              </a:path>
            </a:pathLst>
          </a:custGeom>
          <a:solidFill>
            <a:srgbClr val="D7D1CC"/>
          </a:solidFill>
        </p:spPr>
      </p:pic>
    </p:spTree>
    <p:extLst>
      <p:ext uri="{BB962C8B-B14F-4D97-AF65-F5344CB8AC3E}">
        <p14:creationId xmlns:p14="http://schemas.microsoft.com/office/powerpoint/2010/main" val="55950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410BE4-2C55-679B-AA1B-1D634F77BD36}"/>
              </a:ext>
            </a:extLst>
          </p:cNvPr>
          <p:cNvSpPr>
            <a:spLocks noGrp="1"/>
          </p:cNvSpPr>
          <p:nvPr>
            <p:ph type="body" sz="quarter" idx="10"/>
          </p:nvPr>
        </p:nvSpPr>
        <p:spPr/>
        <p:txBody>
          <a:bodyPr/>
          <a:lstStyle/>
          <a:p>
            <a:r>
              <a:rPr lang="en-US" dirty="0"/>
              <a:t>Dr Chloe Salisbury</a:t>
            </a:r>
          </a:p>
        </p:txBody>
      </p:sp>
      <p:sp>
        <p:nvSpPr>
          <p:cNvPr id="3" name="Title 2">
            <a:extLst>
              <a:ext uri="{FF2B5EF4-FFF2-40B4-BE49-F238E27FC236}">
                <a16:creationId xmlns:a16="http://schemas.microsoft.com/office/drawing/2014/main" id="{1010B485-B51E-0928-8A7E-A1848A4937C5}"/>
              </a:ext>
            </a:extLst>
          </p:cNvPr>
          <p:cNvSpPr>
            <a:spLocks noGrp="1"/>
          </p:cNvSpPr>
          <p:nvPr>
            <p:ph type="title"/>
          </p:nvPr>
        </p:nvSpPr>
        <p:spPr/>
        <p:txBody>
          <a:bodyPr/>
          <a:lstStyle/>
          <a:p>
            <a:r>
              <a:rPr lang="en-US" dirty="0"/>
              <a:t>Contact</a:t>
            </a:r>
          </a:p>
        </p:txBody>
      </p:sp>
      <p:sp>
        <p:nvSpPr>
          <p:cNvPr id="5" name="Text Placeholder 4">
            <a:extLst>
              <a:ext uri="{FF2B5EF4-FFF2-40B4-BE49-F238E27FC236}">
                <a16:creationId xmlns:a16="http://schemas.microsoft.com/office/drawing/2014/main" id="{552C580E-C515-F537-7DF5-3FAB2D9D492F}"/>
              </a:ext>
            </a:extLst>
          </p:cNvPr>
          <p:cNvSpPr>
            <a:spLocks noGrp="1"/>
          </p:cNvSpPr>
          <p:nvPr>
            <p:ph type="body" sz="quarter" idx="17"/>
          </p:nvPr>
        </p:nvSpPr>
        <p:spPr>
          <a:xfrm>
            <a:off x="479394" y="4038273"/>
            <a:ext cx="2162451" cy="215444"/>
          </a:xfrm>
        </p:spPr>
        <p:txBody>
          <a:bodyPr/>
          <a:lstStyle/>
          <a:p>
            <a:r>
              <a:rPr lang="en-US" dirty="0" err="1"/>
              <a:t>chloe.salisbury@uq.edu.au</a:t>
            </a:r>
            <a:endParaRPr lang="en-US" dirty="0"/>
          </a:p>
        </p:txBody>
      </p:sp>
    </p:spTree>
    <p:extLst>
      <p:ext uri="{BB962C8B-B14F-4D97-AF65-F5344CB8AC3E}">
        <p14:creationId xmlns:p14="http://schemas.microsoft.com/office/powerpoint/2010/main" val="202369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rgbClr val="2B1D37"/>
      </a:dk1>
      <a:lt1>
        <a:sysClr val="window" lastClr="FFFFFF"/>
      </a:lt1>
      <a:dk2>
        <a:srgbClr val="999490"/>
      </a:dk2>
      <a:lt2>
        <a:srgbClr val="D7D1CC"/>
      </a:lt2>
      <a:accent1>
        <a:srgbClr val="51247A"/>
      </a:accent1>
      <a:accent2>
        <a:srgbClr val="962A8B"/>
      </a:accent2>
      <a:accent3>
        <a:srgbClr val="D7D1CC"/>
      </a:accent3>
      <a:accent4>
        <a:srgbClr val="E62645"/>
      </a:accent4>
      <a:accent5>
        <a:srgbClr val="4085C6"/>
      </a:accent5>
      <a:accent6>
        <a:srgbClr val="FBB800"/>
      </a:accent6>
      <a:hlink>
        <a:srgbClr val="51247A"/>
      </a:hlink>
      <a:folHlink>
        <a:srgbClr val="962A8B"/>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01-PowerPoint-template" id="{77828F8A-DB63-0A4A-841F-23FA6B70F718}" vid="{CA0FB5E4-0CD0-9C43-BF98-9BFD66C68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5b0f26f-95df-44cf-88fa-e9c7b5beb0cc">
      <Terms xmlns="http://schemas.microsoft.com/office/infopath/2007/PartnerControls"/>
    </lcf76f155ced4ddcb4097134ff3c332f>
    <TaxCatchAll xmlns="94ba416d-00cf-4134-b72c-a9e48d8869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C84F0916BBF724CA1E7D8F63C7F06BD" ma:contentTypeVersion="11" ma:contentTypeDescription="Create a new document." ma:contentTypeScope="" ma:versionID="809c7c489742cc59092c7e14672c0936">
  <xsd:schema xmlns:xsd="http://www.w3.org/2001/XMLSchema" xmlns:xs="http://www.w3.org/2001/XMLSchema" xmlns:p="http://schemas.microsoft.com/office/2006/metadata/properties" xmlns:ns2="65b0f26f-95df-44cf-88fa-e9c7b5beb0cc" xmlns:ns3="94ba416d-00cf-4134-b72c-a9e48d8869bc" targetNamespace="http://schemas.microsoft.com/office/2006/metadata/properties" ma:root="true" ma:fieldsID="17d5b951cbaf3870d2415480a90000ca" ns2:_="" ns3:_="">
    <xsd:import namespace="65b0f26f-95df-44cf-88fa-e9c7b5beb0cc"/>
    <xsd:import namespace="94ba416d-00cf-4134-b72c-a9e48d8869b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b0f26f-95df-44cf-88fa-e9c7b5beb0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8babe79-dfb6-408c-aa7a-07abcf6abbf7"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a416d-00cf-4134-b72c-a9e48d8869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363c6236-0644-4670-bed4-78772fe61de4}" ma:internalName="TaxCatchAll" ma:showField="CatchAllData" ma:web="94ba416d-00cf-4134-b72c-a9e48d8869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A6ACFB-BBAF-41D0-B45A-5E57454824E9}">
  <ds:schemaRefs>
    <ds:schemaRef ds:uri="http://schemas.microsoft.com/office/2006/documentManagement/types"/>
    <ds:schemaRef ds:uri="http://purl.org/dc/elements/1.1/"/>
    <ds:schemaRef ds:uri="http://schemas.openxmlformats.org/package/2006/metadata/core-properties"/>
    <ds:schemaRef ds:uri="http://www.w3.org/XML/1998/namespace"/>
    <ds:schemaRef ds:uri="http://schemas.microsoft.com/office/2006/metadata/properties"/>
    <ds:schemaRef ds:uri="http://schemas.microsoft.com/office/infopath/2007/PartnerControls"/>
    <ds:schemaRef ds:uri="http://purl.org/dc/dcmitype/"/>
    <ds:schemaRef ds:uri="http://purl.org/dc/terms/"/>
    <ds:schemaRef ds:uri="65b0f26f-95df-44cf-88fa-e9c7b5beb0cc"/>
    <ds:schemaRef ds:uri="94ba416d-00cf-4134-b72c-a9e48d8869bc"/>
  </ds:schemaRefs>
</ds:datastoreItem>
</file>

<file path=customXml/itemProps2.xml><?xml version="1.0" encoding="utf-8"?>
<ds:datastoreItem xmlns:ds="http://schemas.openxmlformats.org/officeDocument/2006/customXml" ds:itemID="{D1983A9A-9705-4EDC-B2E6-6B9030AAB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b0f26f-95df-44cf-88fa-e9c7b5beb0cc"/>
    <ds:schemaRef ds:uri="94ba416d-00cf-4134-b72c-a9e48d8869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2F4D4E-5CC3-44EF-852B-455B45EFC0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University of Queensland</Template>
  <TotalTime>747</TotalTime>
  <Words>1966</Words>
  <Application>Microsoft Office PowerPoint</Application>
  <PresentationFormat>Widescreen</PresentationFormat>
  <Paragraphs>193</Paragraphs>
  <Slides>11</Slides>
  <Notes>7</Notes>
  <HiddenSlides>3</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University of Queensland</vt:lpstr>
      <vt:lpstr>Instructions</vt:lpstr>
      <vt:lpstr>Working in a team</vt:lpstr>
      <vt:lpstr>[Assessment title]</vt:lpstr>
      <vt:lpstr>Why?</vt:lpstr>
      <vt:lpstr>Stages of group work</vt:lpstr>
      <vt:lpstr>Working in a team</vt:lpstr>
      <vt:lpstr>Working in a team</vt:lpstr>
      <vt:lpstr>Working in a team</vt:lpstr>
      <vt:lpstr>Conflict Resolution</vt:lpstr>
      <vt:lpstr>Sources</vt:lpstr>
      <vt:lpstr>Contact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Salisbury</dc:creator>
  <cp:lastModifiedBy>Chloe Salisbury</cp:lastModifiedBy>
  <cp:revision>2</cp:revision>
  <cp:lastPrinted>2026-05-29T00:04:35Z</cp:lastPrinted>
  <dcterms:created xsi:type="dcterms:W3CDTF">2026-05-22T05:04:21Z</dcterms:created>
  <dcterms:modified xsi:type="dcterms:W3CDTF">2026-06-17T22:24:08Z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2022-05-03T03:06:24Z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d96f5fcc-5603-43bf-977e-9b9329ffdd35</vt:lpwstr>
  </property>
  <property fmtid="{D5CDD505-2E9C-101B-9397-08002B2CF9AE}" pid="8" name="MSIP_Label_0f488380-630a-4f55-a077-a19445e3f360_ContentBits">
    <vt:lpwstr>0</vt:lpwstr>
  </property>
  <property fmtid="{D5CDD505-2E9C-101B-9397-08002B2CF9AE}" pid="9" name="ContentTypeId">
    <vt:lpwstr>0x0101003C84F0916BBF724CA1E7D8F63C7F06BD</vt:lpwstr>
  </property>
  <property fmtid="{D5CDD505-2E9C-101B-9397-08002B2CF9AE}" pid="10" name="MediaServiceImageTags">
    <vt:lpwstr/>
  </property>
</Properties>
</file>